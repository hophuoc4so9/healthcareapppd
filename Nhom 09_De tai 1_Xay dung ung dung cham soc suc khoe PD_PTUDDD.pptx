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1" r:id="rId3"/>
  </p:sldMasterIdLst>
  <p:notesMasterIdLst>
    <p:notesMasterId r:id="rId7"/>
  </p:notesMasterIdLst>
  <p:handoutMasterIdLst>
    <p:handoutMasterId r:id="rId16"/>
  </p:handoutMasterIdLst>
  <p:sldIdLst>
    <p:sldId id="303" r:id="rId4"/>
    <p:sldId id="305" r:id="rId5"/>
    <p:sldId id="258" r:id="rId6"/>
    <p:sldId id="331" r:id="rId8"/>
    <p:sldId id="333" r:id="rId9"/>
    <p:sldId id="337" r:id="rId10"/>
    <p:sldId id="338" r:id="rId11"/>
    <p:sldId id="334" r:id="rId12"/>
    <p:sldId id="339" r:id="rId13"/>
    <p:sldId id="335"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70AD47"/>
    <a:srgbClr val="4472C4"/>
    <a:srgbClr val="D73F19"/>
    <a:srgbClr val="FF9C9C"/>
    <a:srgbClr val="FF0000"/>
    <a:srgbClr val="FF013D"/>
    <a:srgbClr val="00B0F0"/>
    <a:srgbClr val="00B050"/>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6" d="100"/>
          <a:sy n="66" d="100"/>
        </p:scale>
        <p:origin x="1253" y="389"/>
      </p:cViewPr>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55" d="100"/>
          <a:sy n="55" d="100"/>
        </p:scale>
        <p:origin x="2880" y="9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notesMaster" Target="notesMasters/notesMaster1.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40C7E46-2B00-41AE-A662-647FE3C56818}" type="datetimeFigureOut">
              <a:rPr lang="en-ID" smtClean="0"/>
            </a:fld>
            <a:endParaRPr lang="en-ID"/>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72B47B-C83F-4ED4-86CC-5634C1DEB1BD}" type="slidenum">
              <a:rPr lang="en-ID" smtClean="0"/>
            </a:fld>
            <a:endParaRPr lang="en-ID"/>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693AFA-7266-4F1E-9E0F-F00F72457161}" type="datetimeFigureOut">
              <a:rPr lang="vi-VN" smtClean="0"/>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135170-D244-43F2-8B3E-F58DB22BA5E8}" type="slidenum">
              <a:rPr lang="vi-VN" smtClean="0"/>
            </a:fld>
            <a:endParaRPr lang="vi-V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effectLst/>
                <a:latin typeface="Times New Roman" panose="02020603050405020304" pitchFamily="18" charset="0"/>
                <a:ea typeface="Times New Roman" panose="02020603050405020304" pitchFamily="18" charset="0"/>
                <a:sym typeface="+mn-ea"/>
              </a:rPr>
              <a:t>- Hiện nay, trên thế giới công nghệ thông tin đang phát triển mạnh mẽ, công nghệ thông tin là một công cụ không thiếu thiếu, đặc biệt trong lĩnh vực giáo dục. </a:t>
            </a:r>
            <a:endParaRPr lang="en-US">
              <a:effectLst/>
              <a:latin typeface="Times New Roman" panose="02020603050405020304" pitchFamily="18" charset="0"/>
              <a:ea typeface="Times New Roman" panose="02020603050405020304" pitchFamily="18" charset="0"/>
            </a:endParaRPr>
          </a:p>
          <a:p>
            <a:r>
              <a:rPr lang="en-US">
                <a:effectLst/>
                <a:latin typeface="Times New Roman" panose="02020603050405020304" pitchFamily="18" charset="0"/>
                <a:ea typeface="Times New Roman" panose="02020603050405020304" pitchFamily="18" charset="0"/>
                <a:sym typeface="+mn-ea"/>
              </a:rPr>
              <a:t> Nắm bắt được tình trạng đó,</a:t>
            </a:r>
            <a:endParaRPr lang="en-US">
              <a:effectLst/>
              <a:latin typeface="Times New Roman" panose="02020603050405020304" pitchFamily="18" charset="0"/>
              <a:ea typeface="Times New Roman" panose="02020603050405020304" pitchFamily="18" charset="0"/>
              <a:sym typeface="+mn-ea"/>
            </a:endParaRPr>
          </a:p>
          <a:p>
            <a:r>
              <a:rPr lang="en-US">
                <a:effectLst/>
                <a:latin typeface="Times New Roman" panose="02020603050405020304" pitchFamily="18" charset="0"/>
                <a:ea typeface="Times New Roman" panose="02020603050405020304" pitchFamily="18" charset="0"/>
                <a:sym typeface="+mn-ea"/>
              </a:rPr>
              <a:t>- Đề </a:t>
            </a:r>
            <a:r>
              <a:rPr lang="en-US" err="1">
                <a:effectLst/>
                <a:latin typeface="Times New Roman" panose="02020603050405020304" pitchFamily="18" charset="0"/>
                <a:ea typeface="Times New Roman" panose="02020603050405020304" pitchFamily="18" charset="0"/>
                <a:sym typeface="+mn-ea"/>
              </a:rPr>
              <a:t>tài</a:t>
            </a:r>
            <a:r>
              <a:rPr lang="en-US">
                <a:effectLst/>
                <a:latin typeface="Times New Roman" panose="02020603050405020304" pitchFamily="18" charset="0"/>
                <a:ea typeface="Times New Roman" panose="02020603050405020304" pitchFamily="18" charset="0"/>
                <a:sym typeface="+mn-ea"/>
              </a:rPr>
              <a:t> </a:t>
            </a:r>
            <a:r>
              <a:rPr lang="en-US" b="1">
                <a:effectLst/>
                <a:latin typeface="Times New Roman" panose="02020603050405020304" pitchFamily="18" charset="0"/>
                <a:ea typeface="Times New Roman" panose="02020603050405020304" pitchFamily="18" charset="0"/>
                <a:sym typeface="+mn-ea"/>
              </a:rPr>
              <a:t>“</a:t>
            </a:r>
            <a:r>
              <a:rPr lang="en-US" b="1" err="1">
                <a:effectLst/>
                <a:latin typeface="Times New Roman" panose="02020603050405020304" pitchFamily="18" charset="0"/>
                <a:ea typeface="Times New Roman" panose="02020603050405020304" pitchFamily="18" charset="0"/>
                <a:sym typeface="+mn-ea"/>
              </a:rPr>
              <a:t>Xây</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dựng</a:t>
            </a:r>
            <a:r>
              <a:rPr lang="en-US" b="1">
                <a:effectLst/>
                <a:latin typeface="Times New Roman" panose="02020603050405020304" pitchFamily="18" charset="0"/>
                <a:ea typeface="Times New Roman" panose="02020603050405020304" pitchFamily="18" charset="0"/>
                <a:sym typeface="+mn-ea"/>
              </a:rPr>
              <a:t> website </a:t>
            </a:r>
            <a:r>
              <a:rPr lang="en-US" b="1" err="1">
                <a:effectLst/>
                <a:latin typeface="Times New Roman" panose="02020603050405020304" pitchFamily="18" charset="0"/>
                <a:ea typeface="Times New Roman" panose="02020603050405020304" pitchFamily="18" charset="0"/>
                <a:sym typeface="+mn-ea"/>
              </a:rPr>
              <a:t>ôn</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thi</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trắc</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nghiệm</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tiếng</a:t>
            </a:r>
            <a:r>
              <a:rPr lang="en-US" b="1">
                <a:effectLst/>
                <a:latin typeface="Times New Roman" panose="02020603050405020304" pitchFamily="18" charset="0"/>
                <a:ea typeface="Times New Roman" panose="02020603050405020304" pitchFamily="18" charset="0"/>
                <a:sym typeface="+mn-ea"/>
              </a:rPr>
              <a:t> Anh </a:t>
            </a:r>
            <a:r>
              <a:rPr lang="en-US" b="1" err="1">
                <a:effectLst/>
                <a:latin typeface="Times New Roman" panose="02020603050405020304" pitchFamily="18" charset="0"/>
                <a:ea typeface="Times New Roman" panose="02020603050405020304" pitchFamily="18" charset="0"/>
                <a:sym typeface="+mn-ea"/>
              </a:rPr>
              <a:t>cho</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học</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sinh</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Trung</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học</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phổ</a:t>
            </a:r>
            <a:r>
              <a:rPr lang="en-US" b="1">
                <a:effectLst/>
                <a:latin typeface="Times New Roman" panose="02020603050405020304" pitchFamily="18" charset="0"/>
                <a:ea typeface="Times New Roman" panose="02020603050405020304" pitchFamily="18" charset="0"/>
                <a:sym typeface="+mn-ea"/>
              </a:rPr>
              <a:t> </a:t>
            </a:r>
            <a:r>
              <a:rPr lang="en-US" b="1" err="1">
                <a:effectLst/>
                <a:latin typeface="Times New Roman" panose="02020603050405020304" pitchFamily="18" charset="0"/>
                <a:ea typeface="Times New Roman" panose="02020603050405020304" pitchFamily="18" charset="0"/>
                <a:sym typeface="+mn-ea"/>
              </a:rPr>
              <a:t>thông</a:t>
            </a:r>
            <a:r>
              <a:rPr lang="en-US" b="1">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sẽ</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là</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một</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đề</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tài</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đáp</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ứng</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được</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nhu</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cầu</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của</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cả</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học</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sinh</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và</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giáo</a:t>
            </a:r>
            <a:r>
              <a:rPr lang="en-US">
                <a:effectLst/>
                <a:latin typeface="Times New Roman" panose="02020603050405020304" pitchFamily="18" charset="0"/>
                <a:ea typeface="Times New Roman" panose="02020603050405020304" pitchFamily="18" charset="0"/>
                <a:sym typeface="+mn-ea"/>
              </a:rPr>
              <a:t> </a:t>
            </a:r>
            <a:r>
              <a:rPr lang="en-US" err="1">
                <a:effectLst/>
                <a:latin typeface="Times New Roman" panose="02020603050405020304" pitchFamily="18" charset="0"/>
                <a:ea typeface="Times New Roman" panose="02020603050405020304" pitchFamily="18" charset="0"/>
                <a:sym typeface="+mn-ea"/>
              </a:rPr>
              <a:t>viên</a:t>
            </a:r>
            <a:r>
              <a:rPr lang="en-US">
                <a:effectLst/>
                <a:latin typeface="Times New Roman" panose="02020603050405020304" pitchFamily="18" charset="0"/>
                <a:ea typeface="Times New Roman" panose="02020603050405020304" pitchFamily="18" charset="0"/>
                <a:sym typeface="+mn-ea"/>
              </a:rPr>
              <a:t>.</a:t>
            </a:r>
            <a:endParaRPr lang="en-US">
              <a:effectLst/>
              <a:latin typeface="Times New Roman" panose="02020603050405020304" pitchFamily="18" charset="0"/>
              <a:ea typeface="Times New Roman" panose="02020603050405020304" pitchFamily="18" charset="0"/>
            </a:endParaRPr>
          </a:p>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atin typeface="Times New Roman" panose="02020603050405020304" pitchFamily="18" charset="0"/>
                <a:sym typeface="+mn-ea"/>
              </a:rPr>
              <a:t>- </a:t>
            </a:r>
            <a:r>
              <a:rPr lang="en-US" b="1">
                <a:latin typeface="Times New Roman" panose="02020603050405020304" pitchFamily="18" charset="0"/>
                <a:sym typeface="+mn-ea"/>
              </a:rPr>
              <a:t>Tạo một trang web thực tế </a:t>
            </a:r>
            <a:endParaRPr lang="en-US">
              <a:latin typeface="Times New Roman" panose="02020603050405020304" pitchFamily="18" charset="0"/>
            </a:endParaRPr>
          </a:p>
          <a:p>
            <a:r>
              <a:rPr lang="en-US">
                <a:latin typeface="Times New Roman" panose="02020603050405020304" pitchFamily="18" charset="0"/>
                <a:sym typeface="+mn-ea"/>
              </a:rPr>
              <a:t> hoàn chỉnh cho phép học sinh có thể học tập, ôn luyện và rèn luyện tiếng Anh. Giáo viên cũng có thể theo dõi, đánh giá kết quả của học sinh </a:t>
            </a:r>
            <a:endParaRPr lang="en-US">
              <a:latin typeface="Times New Roman" panose="02020603050405020304" pitchFamily="18" charset="0"/>
              <a:sym typeface="+mn-ea"/>
            </a:endParaRPr>
          </a:p>
          <a:p>
            <a:r>
              <a:rPr lang="en-US">
                <a:latin typeface="Times New Roman" panose="02020603050405020304" pitchFamily="18" charset="0"/>
                <a:sym typeface="+mn-ea"/>
              </a:rPr>
              <a:t>- </a:t>
            </a:r>
            <a:r>
              <a:rPr lang="en-US" b="1">
                <a:latin typeface="Times New Roman" panose="02020603050405020304" pitchFamily="18" charset="0"/>
                <a:sym typeface="+mn-ea"/>
              </a:rPr>
              <a:t>Đảm bảo tính ổn định và hiệu suất</a:t>
            </a:r>
            <a:endParaRPr lang="en-US">
              <a:latin typeface="Times New Roman" panose="02020603050405020304" pitchFamily="18" charset="0"/>
            </a:endParaRPr>
          </a:p>
          <a:p>
            <a:r>
              <a:rPr lang="en-US">
                <a:latin typeface="Times New Roman" panose="02020603050405020304" pitchFamily="18" charset="0"/>
                <a:sym typeface="+mn-ea"/>
              </a:rPr>
              <a:t>Đảm bảo ứng dụng chạy ổn định và hoạt động tốt, đặc biệt khi có nhiều người dùng truy cập cùng lúc.</a:t>
            </a:r>
            <a:endParaRPr lang="en-US">
              <a:latin typeface="Times New Roman" panose="02020603050405020304" pitchFamily="18" charset="0"/>
            </a:endParaRPr>
          </a:p>
          <a:p>
            <a:r>
              <a:rPr lang="en-US">
                <a:latin typeface="Times New Roman" panose="02020603050405020304" pitchFamily="18" charset="0"/>
                <a:sym typeface="+mn-ea"/>
              </a:rPr>
              <a:t>- </a:t>
            </a:r>
            <a:r>
              <a:rPr lang="en-US" b="1">
                <a:latin typeface="Times New Roman" panose="02020603050405020304" pitchFamily="18" charset="0"/>
                <a:sym typeface="+mn-ea"/>
              </a:rPr>
              <a:t>Tối ưu hóa trải nghiệm người dùng</a:t>
            </a:r>
            <a:endParaRPr lang="en-US">
              <a:latin typeface="Times New Roman" panose="02020603050405020304" pitchFamily="18" charset="0"/>
            </a:endParaRPr>
          </a:p>
          <a:p>
            <a:r>
              <a:rPr lang="en-US">
                <a:latin typeface="Times New Roman" panose="02020603050405020304" pitchFamily="18" charset="0"/>
                <a:sym typeface="+mn-ea"/>
              </a:rPr>
              <a:t>Đảm bảo ứng dụng có giao diện người dùng dễ sử dụng và hấp dẫn, giúp học sinh có thể ôn luyện, tổng hợp các kiến thức phù hợp.</a:t>
            </a:r>
            <a:endParaRPr lang="en-US">
              <a:latin typeface="Times New Roman" panose="02020603050405020304" pitchFamily="18" charset="0"/>
            </a:endParaRPr>
          </a:p>
          <a:p>
            <a:endParaRPr lang="en-US"/>
          </a:p>
          <a:p>
            <a:endParaRPr lang="en-US"/>
          </a:p>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algn="just">
              <a:lnSpc>
                <a:spcPct val="115000"/>
              </a:lnSpc>
            </a:pPr>
            <a:r>
              <a:rPr lang="en-US" b="1">
                <a:latin typeface="Times New Roman" panose="02020603050405020304" pitchFamily="18" charset="0"/>
                <a:sym typeface="+mn-ea"/>
              </a:rPr>
              <a:t>Sản phẩm: </a:t>
            </a:r>
            <a:r>
              <a:rPr lang="en-US">
                <a:latin typeface="Times New Roman" panose="02020603050405020304" pitchFamily="18" charset="0"/>
                <a:sym typeface="+mn-ea"/>
              </a:rPr>
              <a:t>Hệ thống đáp ứng mục tiêu đã đặt ra, bao gồm các chức năng:</a:t>
            </a:r>
            <a:endParaRPr lang="en-US">
              <a:latin typeface="Times New Roman" panose="02020603050405020304" pitchFamily="18" charset="0"/>
            </a:endParaRPr>
          </a:p>
          <a:p>
            <a:pPr marL="342900" lvl="0" indent="-342900" algn="just">
              <a:lnSpc>
                <a:spcPct val="115000"/>
              </a:lnSpc>
              <a:buFont typeface="Symbol" panose="05050102010706020507" pitchFamily="18" charset="2"/>
              <a:buChar char="-"/>
            </a:pPr>
            <a:r>
              <a:rPr lang="en-US" i="1">
                <a:latin typeface="Times New Roman" panose="02020603050405020304" pitchFamily="18" charset="0"/>
                <a:sym typeface="+mn-ea"/>
              </a:rPr>
              <a:t>Về phía học sinh: </a:t>
            </a:r>
            <a:r>
              <a:rPr lang="en-US">
                <a:latin typeface="Times New Roman" panose="02020603050405020304" pitchFamily="18" charset="0"/>
                <a:sym typeface="+mn-ea"/>
              </a:rPr>
              <a:t>tham gia kỳ thi, ôn tập, đánh giá kỳ thi, quản lý thông tin cá nhân.</a:t>
            </a:r>
            <a:endParaRPr lang="en-US">
              <a:latin typeface="Times New Roman" panose="02020603050405020304" pitchFamily="18" charset="0"/>
            </a:endParaRPr>
          </a:p>
          <a:p>
            <a:pPr marL="342900" lvl="0" indent="-342900" algn="just">
              <a:lnSpc>
                <a:spcPct val="115000"/>
              </a:lnSpc>
              <a:buFont typeface="Symbol" panose="05050102010706020507" pitchFamily="18" charset="2"/>
              <a:buChar char="-"/>
            </a:pPr>
            <a:r>
              <a:rPr lang="en-US" i="1">
                <a:latin typeface="Times New Roman" panose="02020603050405020304" pitchFamily="18" charset="0"/>
                <a:sym typeface="+mn-ea"/>
              </a:rPr>
              <a:t>Về phía giáo viên: </a:t>
            </a:r>
            <a:r>
              <a:rPr lang="en-US">
                <a:latin typeface="Times New Roman" panose="02020603050405020304" pitchFamily="18" charset="0"/>
                <a:sym typeface="+mn-ea"/>
              </a:rPr>
              <a:t>tạo đề thi, quản lý câu hỏi, quản lý lớp học,...</a:t>
            </a:r>
            <a:endParaRPr lang="en-US">
              <a:latin typeface="Times New Roman" panose="02020603050405020304" pitchFamily="18" charset="0"/>
            </a:endParaRPr>
          </a:p>
          <a:p>
            <a:pPr marL="342900" lvl="0" indent="-342900" algn="just">
              <a:lnSpc>
                <a:spcPct val="115000"/>
              </a:lnSpc>
              <a:buFont typeface="Symbol" panose="05050102010706020507" pitchFamily="18" charset="2"/>
              <a:buChar char="-"/>
            </a:pPr>
            <a:r>
              <a:rPr lang="en-US" i="1">
                <a:latin typeface="Times New Roman" panose="02020603050405020304" pitchFamily="18" charset="0"/>
                <a:sym typeface="+mn-ea"/>
              </a:rPr>
              <a:t>Về phía người quản lý: </a:t>
            </a:r>
            <a:r>
              <a:rPr lang="en-US">
                <a:latin typeface="Times New Roman" panose="02020603050405020304" pitchFamily="18" charset="0"/>
                <a:sym typeface="+mn-ea"/>
              </a:rPr>
              <a:t>quản lý tài khoản, quản lý dạng câu hỏi</a:t>
            </a:r>
            <a:endParaRPr lang="en-US">
              <a:latin typeface="Times New Roman" panose="02020603050405020304" pitchFamily="18" charset="0"/>
            </a:endParaRPr>
          </a:p>
          <a:p>
            <a:pPr algn="just">
              <a:lnSpc>
                <a:spcPct val="115000"/>
              </a:lnSpc>
            </a:pPr>
            <a:r>
              <a:rPr lang="en-US" b="1">
                <a:latin typeface="Times New Roman" panose="02020603050405020304" pitchFamily="18" charset="0"/>
                <a:sym typeface="+mn-ea"/>
              </a:rPr>
              <a:t>Khả năng ứng dụng: </a:t>
            </a:r>
            <a:r>
              <a:rPr lang="en-US">
                <a:latin typeface="Times New Roman" panose="02020603050405020304" pitchFamily="18" charset="0"/>
                <a:sym typeface="+mn-ea"/>
              </a:rPr>
              <a:t>Ứng dụng trong việc học tập, rèn luyện tiếng Anh cho học sinh Trung học phổ thông.</a:t>
            </a:r>
            <a:endParaRPr lang="en-US">
              <a:latin typeface="Times New Roman" panose="02020603050405020304" pitchFamily="18" charset="0"/>
            </a:endParaRPr>
          </a:p>
          <a:p>
            <a:pPr algn="just">
              <a:lnSpc>
                <a:spcPct val="115000"/>
              </a:lnSpc>
            </a:pPr>
            <a:r>
              <a:rPr lang="en-US" b="1">
                <a:latin typeface="Times New Roman" panose="02020603050405020304" pitchFamily="18" charset="0"/>
                <a:sym typeface="+mn-ea"/>
              </a:rPr>
              <a:t>Khả năng mở rộng: </a:t>
            </a:r>
            <a:r>
              <a:rPr lang="en-US">
                <a:latin typeface="Times New Roman" panose="02020603050405020304" pitchFamily="18" charset="0"/>
                <a:sym typeface="+mn-ea"/>
              </a:rPr>
              <a:t>Hệ thống có thể được mở rộng cho các đối tượng khác có mục đích tương tự.</a:t>
            </a:r>
            <a:endParaRPr lang="en-US">
              <a:latin typeface="Times New Roman" panose="02020603050405020304" pitchFamily="18" charset="0"/>
            </a:endParaRPr>
          </a:p>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pPr algn="just">
              <a:lnSpc>
                <a:spcPct val="115000"/>
              </a:lnSpc>
            </a:pPr>
            <a:r>
              <a:rPr lang="en-US" b="1">
                <a:latin typeface="Times New Roman" panose="02020603050405020304" pitchFamily="18" charset="0"/>
                <a:sym typeface="+mn-ea"/>
              </a:rPr>
              <a:t>Sản phẩm: </a:t>
            </a:r>
            <a:r>
              <a:rPr lang="en-US">
                <a:latin typeface="Times New Roman" panose="02020603050405020304" pitchFamily="18" charset="0"/>
                <a:sym typeface="+mn-ea"/>
              </a:rPr>
              <a:t>Hệ thống đáp ứng mục tiêu đã đặt ra, bao gồm các chức năng:</a:t>
            </a:r>
            <a:endParaRPr lang="en-US">
              <a:latin typeface="Times New Roman" panose="02020603050405020304" pitchFamily="18" charset="0"/>
            </a:endParaRPr>
          </a:p>
          <a:p>
            <a:pPr marL="342900" lvl="0" indent="-342900" algn="just">
              <a:lnSpc>
                <a:spcPct val="115000"/>
              </a:lnSpc>
              <a:buFont typeface="Symbol" panose="05050102010706020507" pitchFamily="18" charset="2"/>
              <a:buChar char="-"/>
            </a:pPr>
            <a:r>
              <a:rPr lang="en-US" i="1">
                <a:latin typeface="Times New Roman" panose="02020603050405020304" pitchFamily="18" charset="0"/>
                <a:sym typeface="+mn-ea"/>
              </a:rPr>
              <a:t>Về phía học sinh: </a:t>
            </a:r>
            <a:r>
              <a:rPr lang="en-US">
                <a:latin typeface="Times New Roman" panose="02020603050405020304" pitchFamily="18" charset="0"/>
                <a:sym typeface="+mn-ea"/>
              </a:rPr>
              <a:t>tham gia kỳ thi, ôn tập, đánh giá kỳ thi, quản lý thông tin cá nhân.</a:t>
            </a:r>
            <a:endParaRPr lang="en-US">
              <a:latin typeface="Times New Roman" panose="02020603050405020304" pitchFamily="18" charset="0"/>
            </a:endParaRPr>
          </a:p>
          <a:p>
            <a:pPr marL="342900" lvl="0" indent="-342900" algn="just">
              <a:lnSpc>
                <a:spcPct val="115000"/>
              </a:lnSpc>
              <a:buFont typeface="Symbol" panose="05050102010706020507" pitchFamily="18" charset="2"/>
              <a:buChar char="-"/>
            </a:pPr>
            <a:r>
              <a:rPr lang="en-US" i="1">
                <a:latin typeface="Times New Roman" panose="02020603050405020304" pitchFamily="18" charset="0"/>
                <a:sym typeface="+mn-ea"/>
              </a:rPr>
              <a:t>Về phía giáo viên: </a:t>
            </a:r>
            <a:r>
              <a:rPr lang="en-US">
                <a:latin typeface="Times New Roman" panose="02020603050405020304" pitchFamily="18" charset="0"/>
                <a:sym typeface="+mn-ea"/>
              </a:rPr>
              <a:t>tạo đề thi, quản lý câu hỏi, quản lý lớp học,...</a:t>
            </a:r>
            <a:endParaRPr lang="en-US">
              <a:latin typeface="Times New Roman" panose="02020603050405020304" pitchFamily="18" charset="0"/>
            </a:endParaRPr>
          </a:p>
          <a:p>
            <a:pPr marL="342900" lvl="0" indent="-342900" algn="just">
              <a:lnSpc>
                <a:spcPct val="115000"/>
              </a:lnSpc>
              <a:buFont typeface="Symbol" panose="05050102010706020507" pitchFamily="18" charset="2"/>
              <a:buChar char="-"/>
            </a:pPr>
            <a:r>
              <a:rPr lang="en-US" i="1">
                <a:latin typeface="Times New Roman" panose="02020603050405020304" pitchFamily="18" charset="0"/>
                <a:sym typeface="+mn-ea"/>
              </a:rPr>
              <a:t>Về phía người quản lý: </a:t>
            </a:r>
            <a:r>
              <a:rPr lang="en-US">
                <a:latin typeface="Times New Roman" panose="02020603050405020304" pitchFamily="18" charset="0"/>
                <a:sym typeface="+mn-ea"/>
              </a:rPr>
              <a:t>quản lý tài khoản, quản lý dạng câu hỏi</a:t>
            </a:r>
            <a:endParaRPr lang="en-US">
              <a:latin typeface="Times New Roman" panose="02020603050405020304" pitchFamily="18" charset="0"/>
            </a:endParaRPr>
          </a:p>
          <a:p>
            <a:pPr algn="just">
              <a:lnSpc>
                <a:spcPct val="115000"/>
              </a:lnSpc>
            </a:pPr>
            <a:r>
              <a:rPr lang="en-US" b="1">
                <a:latin typeface="Times New Roman" panose="02020603050405020304" pitchFamily="18" charset="0"/>
                <a:sym typeface="+mn-ea"/>
              </a:rPr>
              <a:t>Khả năng ứng dụng: </a:t>
            </a:r>
            <a:r>
              <a:rPr lang="en-US">
                <a:latin typeface="Times New Roman" panose="02020603050405020304" pitchFamily="18" charset="0"/>
                <a:sym typeface="+mn-ea"/>
              </a:rPr>
              <a:t>Ứng dụng trong việc học tập, rèn luyện tiếng Anh cho học sinh Trung học phổ thông.</a:t>
            </a:r>
            <a:endParaRPr lang="en-US">
              <a:latin typeface="Times New Roman" panose="02020603050405020304" pitchFamily="18" charset="0"/>
            </a:endParaRPr>
          </a:p>
          <a:p>
            <a:pPr algn="just">
              <a:lnSpc>
                <a:spcPct val="115000"/>
              </a:lnSpc>
            </a:pPr>
            <a:r>
              <a:rPr lang="en-US" b="1">
                <a:latin typeface="Times New Roman" panose="02020603050405020304" pitchFamily="18" charset="0"/>
                <a:sym typeface="+mn-ea"/>
              </a:rPr>
              <a:t>Khả năng mở rộng: </a:t>
            </a:r>
            <a:r>
              <a:rPr lang="en-US">
                <a:latin typeface="Times New Roman" panose="02020603050405020304" pitchFamily="18" charset="0"/>
                <a:sym typeface="+mn-ea"/>
              </a:rPr>
              <a:t>Hệ thống có thể được mở rộng cho các đối tượng khác có mục đích tương tự.</a:t>
            </a:r>
            <a:endParaRPr lang="en-US">
              <a:latin typeface="Times New Roman" panose="02020603050405020304" pitchFamily="18" charset="0"/>
            </a:endParaRPr>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370835" y="313018"/>
            <a:ext cx="11423600" cy="6231963"/>
          </a:xfrm>
          <a:prstGeom prst="rect">
            <a:avLst/>
          </a:prstGeom>
        </p:spPr>
        <p:txBody>
          <a:bodyPr/>
          <a:lstStyle/>
          <a:p>
            <a:endParaRPr lang="en-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6584452" y="849563"/>
            <a:ext cx="4584700" cy="4662487"/>
          </a:xfrm>
          <a:prstGeom prst="rect">
            <a:avLst/>
          </a:prstGeom>
        </p:spPr>
        <p:txBody>
          <a:bodyPr/>
          <a:lstStyle/>
          <a:p>
            <a:endParaRPr lang="en-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1492522" y="895045"/>
            <a:ext cx="4922339" cy="5067911"/>
          </a:xfrm>
          <a:prstGeom prst="rect">
            <a:avLst/>
          </a:prstGeom>
        </p:spPr>
        <p:txBody>
          <a:bodyPr/>
          <a:lstStyle/>
          <a:p>
            <a:endParaRPr lang="en-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6584452" y="1449977"/>
            <a:ext cx="4584700" cy="5394963"/>
          </a:xfrm>
          <a:prstGeom prst="rect">
            <a:avLst/>
          </a:prstGeom>
        </p:spPr>
        <p:txBody>
          <a:bodyPr/>
          <a:lstStyle/>
          <a:p>
            <a:endParaRPr lang="en-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0" y="0"/>
            <a:ext cx="5133703" cy="5669280"/>
          </a:xfrm>
          <a:prstGeom prst="rect">
            <a:avLst/>
          </a:prstGeom>
        </p:spPr>
        <p:txBody>
          <a:bodyPr/>
          <a:lstStyle/>
          <a:p>
            <a:endParaRPr lang="en-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816769"/>
            <a:ext cx="3278188" cy="5224463"/>
          </a:xfrm>
          <a:prstGeom prst="rect">
            <a:avLst/>
          </a:prstGeom>
        </p:spPr>
        <p:txBody>
          <a:bodyPr/>
          <a:lstStyle/>
          <a:p>
            <a:endParaRPr lang="en-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429000"/>
            <a:ext cx="12192000" cy="3429000"/>
          </a:xfrm>
          <a:prstGeom prst="rect">
            <a:avLst/>
          </a:prstGeom>
        </p:spPr>
        <p:txBody>
          <a:bodyPr/>
          <a:lstStyle/>
          <a:p>
            <a:endParaRPr lang="en-ID"/>
          </a:p>
        </p:txBody>
      </p:sp>
      <p:sp>
        <p:nvSpPr>
          <p:cNvPr id="6" name="Picture Placeholder 5"/>
          <p:cNvSpPr>
            <a:spLocks noGrp="1"/>
          </p:cNvSpPr>
          <p:nvPr>
            <p:ph type="pic" sz="quarter" idx="11"/>
          </p:nvPr>
        </p:nvSpPr>
        <p:spPr>
          <a:xfrm>
            <a:off x="1136423" y="1058091"/>
            <a:ext cx="3005137" cy="3299414"/>
          </a:xfrm>
          <a:prstGeom prst="rect">
            <a:avLst/>
          </a:prstGeom>
        </p:spPr>
        <p:txBody>
          <a:bodyPr/>
          <a:lstStyle/>
          <a:p>
            <a:endParaRPr lang="en-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942863" y="3550355"/>
            <a:ext cx="5502135" cy="2433001"/>
          </a:xfrm>
          <a:prstGeom prst="rect">
            <a:avLst/>
          </a:prstGeom>
        </p:spPr>
        <p:txBody>
          <a:bodyPr/>
          <a:lstStyle/>
          <a:p>
            <a:endParaRPr lang="en-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3" name="Picture Placeholder 5"/>
          <p:cNvSpPr>
            <a:spLocks noGrp="1"/>
          </p:cNvSpPr>
          <p:nvPr>
            <p:ph type="pic" sz="quarter" idx="11"/>
          </p:nvPr>
        </p:nvSpPr>
        <p:spPr>
          <a:xfrm>
            <a:off x="992730" y="901337"/>
            <a:ext cx="4154035" cy="3299414"/>
          </a:xfrm>
          <a:prstGeom prst="rect">
            <a:avLst/>
          </a:prstGeom>
        </p:spPr>
        <p:txBody>
          <a:bodyPr/>
          <a:lstStyle/>
          <a:p>
            <a:endParaRPr lang="en-ID"/>
          </a:p>
        </p:txBody>
      </p:sp>
      <p:sp>
        <p:nvSpPr>
          <p:cNvPr id="4" name="Picture Placeholder 5"/>
          <p:cNvSpPr>
            <a:spLocks noGrp="1"/>
          </p:cNvSpPr>
          <p:nvPr>
            <p:ph type="pic" sz="quarter" idx="12"/>
          </p:nvPr>
        </p:nvSpPr>
        <p:spPr>
          <a:xfrm>
            <a:off x="1652426" y="3265713"/>
            <a:ext cx="2834641" cy="2690949"/>
          </a:xfrm>
          <a:prstGeom prst="rect">
            <a:avLst/>
          </a:prstGeom>
        </p:spPr>
        <p:txBody>
          <a:bodyPr/>
          <a:lstStyle/>
          <a:p>
            <a:endParaRPr lang="en-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6096000" y="894466"/>
            <a:ext cx="2455863" cy="3736657"/>
          </a:xfrm>
          <a:prstGeom prst="rect">
            <a:avLst/>
          </a:prstGeom>
        </p:spPr>
        <p:txBody>
          <a:bodyPr/>
          <a:lstStyle/>
          <a:p>
            <a:endParaRPr lang="en-ID"/>
          </a:p>
        </p:txBody>
      </p:sp>
      <p:sp>
        <p:nvSpPr>
          <p:cNvPr id="5" name="Picture Placeholder 3"/>
          <p:cNvSpPr>
            <a:spLocks noGrp="1"/>
          </p:cNvSpPr>
          <p:nvPr>
            <p:ph type="pic" sz="quarter" idx="11"/>
          </p:nvPr>
        </p:nvSpPr>
        <p:spPr>
          <a:xfrm>
            <a:off x="8839200" y="894466"/>
            <a:ext cx="2455863" cy="3736657"/>
          </a:xfrm>
          <a:prstGeom prst="rect">
            <a:avLst/>
          </a:prstGeom>
        </p:spPr>
        <p:txBody>
          <a:bodyPr/>
          <a:lstStyle/>
          <a:p>
            <a:endParaRPr lang="en-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1570014" y="1"/>
            <a:ext cx="4621780" cy="6858000"/>
          </a:xfrm>
          <a:prstGeom prst="rect">
            <a:avLst/>
          </a:prstGeom>
        </p:spPr>
        <p:txBody>
          <a:bodyPr/>
          <a:lstStyle/>
          <a:p>
            <a:endParaRPr lang="en-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1105989" y="1786175"/>
            <a:ext cx="2238012" cy="3285649"/>
          </a:xfrm>
          <a:prstGeom prst="rect">
            <a:avLst/>
          </a:prstGeom>
        </p:spPr>
        <p:txBody>
          <a:bodyPr/>
          <a:lstStyle/>
          <a:p>
            <a:endParaRPr lang="en-ID"/>
          </a:p>
        </p:txBody>
      </p:sp>
      <p:sp>
        <p:nvSpPr>
          <p:cNvPr id="4" name="Picture Placeholder 3"/>
          <p:cNvSpPr>
            <a:spLocks noGrp="1"/>
          </p:cNvSpPr>
          <p:nvPr>
            <p:ph type="pic" sz="quarter" idx="11"/>
          </p:nvPr>
        </p:nvSpPr>
        <p:spPr>
          <a:xfrm>
            <a:off x="3561852" y="1786175"/>
            <a:ext cx="2238012" cy="3285649"/>
          </a:xfrm>
          <a:prstGeom prst="rect">
            <a:avLst/>
          </a:prstGeom>
        </p:spPr>
        <p:txBody>
          <a:bodyPr/>
          <a:lstStyle/>
          <a:p>
            <a:endParaRPr lang="en-ID"/>
          </a:p>
        </p:txBody>
      </p:sp>
      <p:sp>
        <p:nvSpPr>
          <p:cNvPr id="5" name="Picture Placeholder 3"/>
          <p:cNvSpPr>
            <a:spLocks noGrp="1"/>
          </p:cNvSpPr>
          <p:nvPr>
            <p:ph type="pic" sz="quarter" idx="12"/>
          </p:nvPr>
        </p:nvSpPr>
        <p:spPr>
          <a:xfrm>
            <a:off x="6017715" y="1786175"/>
            <a:ext cx="2238012" cy="3285649"/>
          </a:xfrm>
          <a:prstGeom prst="rect">
            <a:avLst/>
          </a:prstGeom>
        </p:spPr>
        <p:txBody>
          <a:bodyPr/>
          <a:lstStyle/>
          <a:p>
            <a:endParaRPr lang="en-I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3030582" y="0"/>
            <a:ext cx="9161417" cy="4545874"/>
          </a:xfrm>
          <a:prstGeom prst="rect">
            <a:avLst/>
          </a:prstGeom>
        </p:spPr>
        <p:txBody>
          <a:bodyPr/>
          <a:lstStyle/>
          <a:p>
            <a:endParaRPr lang="en-I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1417026"/>
            <a:ext cx="7994105" cy="3592876"/>
          </a:xfrm>
          <a:custGeom>
            <a:avLst/>
            <a:gdLst>
              <a:gd name="connsiteX0" fmla="*/ 0 w 7223760"/>
              <a:gd name="connsiteY0" fmla="*/ 0 h 3579813"/>
              <a:gd name="connsiteX1" fmla="*/ 7223760 w 7223760"/>
              <a:gd name="connsiteY1" fmla="*/ 0 h 3579813"/>
              <a:gd name="connsiteX2" fmla="*/ 7223760 w 7223760"/>
              <a:gd name="connsiteY2" fmla="*/ 3579813 h 3579813"/>
              <a:gd name="connsiteX3" fmla="*/ 0 w 7223760"/>
              <a:gd name="connsiteY3" fmla="*/ 3579813 h 3579813"/>
              <a:gd name="connsiteX4" fmla="*/ 0 w 7223760"/>
              <a:gd name="connsiteY4" fmla="*/ 0 h 3579813"/>
              <a:gd name="connsiteX0-1" fmla="*/ 0 w 7981405"/>
              <a:gd name="connsiteY0-2" fmla="*/ 13063 h 3592876"/>
              <a:gd name="connsiteX1-3" fmla="*/ 7981405 w 7981405"/>
              <a:gd name="connsiteY1-4" fmla="*/ 0 h 3592876"/>
              <a:gd name="connsiteX2-5" fmla="*/ 7223760 w 7981405"/>
              <a:gd name="connsiteY2-6" fmla="*/ 3592876 h 3592876"/>
              <a:gd name="connsiteX3-7" fmla="*/ 0 w 7981405"/>
              <a:gd name="connsiteY3-8" fmla="*/ 3592876 h 3592876"/>
              <a:gd name="connsiteX4-9" fmla="*/ 0 w 7981405"/>
              <a:gd name="connsiteY4-10" fmla="*/ 13063 h 3592876"/>
              <a:gd name="connsiteX0-11" fmla="*/ 0 w 7994105"/>
              <a:gd name="connsiteY0-12" fmla="*/ 363 h 3580176"/>
              <a:gd name="connsiteX1-13" fmla="*/ 7994105 w 7994105"/>
              <a:gd name="connsiteY1-14" fmla="*/ 0 h 3580176"/>
              <a:gd name="connsiteX2-15" fmla="*/ 7223760 w 7994105"/>
              <a:gd name="connsiteY2-16" fmla="*/ 3580176 h 3580176"/>
              <a:gd name="connsiteX3-17" fmla="*/ 0 w 7994105"/>
              <a:gd name="connsiteY3-18" fmla="*/ 3580176 h 3580176"/>
              <a:gd name="connsiteX4-19" fmla="*/ 0 w 7994105"/>
              <a:gd name="connsiteY4-20" fmla="*/ 363 h 3580176"/>
              <a:gd name="connsiteX0-21" fmla="*/ 0 w 7994105"/>
              <a:gd name="connsiteY0-22" fmla="*/ 363 h 3580176"/>
              <a:gd name="connsiteX1-23" fmla="*/ 7994105 w 7994105"/>
              <a:gd name="connsiteY1-24" fmla="*/ 0 h 3580176"/>
              <a:gd name="connsiteX2-25" fmla="*/ 5217160 w 7994105"/>
              <a:gd name="connsiteY2-26" fmla="*/ 3573826 h 3580176"/>
              <a:gd name="connsiteX3-27" fmla="*/ 0 w 7994105"/>
              <a:gd name="connsiteY3-28" fmla="*/ 3580176 h 3580176"/>
              <a:gd name="connsiteX4-29" fmla="*/ 0 w 7994105"/>
              <a:gd name="connsiteY4-30" fmla="*/ 363 h 358017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7994105" h="3580176">
                <a:moveTo>
                  <a:pt x="0" y="363"/>
                </a:moveTo>
                <a:lnTo>
                  <a:pt x="7994105" y="0"/>
                </a:lnTo>
                <a:lnTo>
                  <a:pt x="5217160" y="3573826"/>
                </a:lnTo>
                <a:lnTo>
                  <a:pt x="0" y="3580176"/>
                </a:lnTo>
                <a:lnTo>
                  <a:pt x="0" y="363"/>
                </a:lnTo>
                <a:close/>
              </a:path>
            </a:pathLst>
          </a:custGeom>
        </p:spPr>
        <p:txBody>
          <a:bodyPr/>
          <a:lstStyle/>
          <a:p>
            <a:endParaRPr lang="en-ID"/>
          </a:p>
        </p:txBody>
      </p:sp>
      <p:sp>
        <p:nvSpPr>
          <p:cNvPr id="5" name="Picture Placeholder 3"/>
          <p:cNvSpPr>
            <a:spLocks noGrp="1"/>
          </p:cNvSpPr>
          <p:nvPr>
            <p:ph type="pic" sz="quarter" idx="11"/>
          </p:nvPr>
        </p:nvSpPr>
        <p:spPr>
          <a:xfrm>
            <a:off x="5199016" y="1417026"/>
            <a:ext cx="6992983" cy="3592876"/>
          </a:xfrm>
          <a:custGeom>
            <a:avLst/>
            <a:gdLst>
              <a:gd name="connsiteX0" fmla="*/ 0 w 4968240"/>
              <a:gd name="connsiteY0" fmla="*/ 0 h 3579813"/>
              <a:gd name="connsiteX1" fmla="*/ 4968240 w 4968240"/>
              <a:gd name="connsiteY1" fmla="*/ 0 h 3579813"/>
              <a:gd name="connsiteX2" fmla="*/ 4968240 w 4968240"/>
              <a:gd name="connsiteY2" fmla="*/ 3579813 h 3579813"/>
              <a:gd name="connsiteX3" fmla="*/ 0 w 4968240"/>
              <a:gd name="connsiteY3" fmla="*/ 3579813 h 3579813"/>
              <a:gd name="connsiteX4" fmla="*/ 0 w 4968240"/>
              <a:gd name="connsiteY4" fmla="*/ 0 h 3579813"/>
              <a:gd name="connsiteX0-1" fmla="*/ 2024743 w 6992983"/>
              <a:gd name="connsiteY0-2" fmla="*/ 0 h 3592876"/>
              <a:gd name="connsiteX1-3" fmla="*/ 6992983 w 6992983"/>
              <a:gd name="connsiteY1-4" fmla="*/ 0 h 3592876"/>
              <a:gd name="connsiteX2-5" fmla="*/ 6992983 w 6992983"/>
              <a:gd name="connsiteY2-6" fmla="*/ 3579813 h 3592876"/>
              <a:gd name="connsiteX3-7" fmla="*/ 0 w 6992983"/>
              <a:gd name="connsiteY3-8" fmla="*/ 3592876 h 3592876"/>
              <a:gd name="connsiteX4-9" fmla="*/ 2024743 w 6992983"/>
              <a:gd name="connsiteY4-10" fmla="*/ 0 h 3592876"/>
              <a:gd name="connsiteX0-11" fmla="*/ 2795452 w 6992983"/>
              <a:gd name="connsiteY0-12" fmla="*/ 0 h 3592876"/>
              <a:gd name="connsiteX1-13" fmla="*/ 6992983 w 6992983"/>
              <a:gd name="connsiteY1-14" fmla="*/ 0 h 3592876"/>
              <a:gd name="connsiteX2-15" fmla="*/ 6992983 w 6992983"/>
              <a:gd name="connsiteY2-16" fmla="*/ 3579813 h 3592876"/>
              <a:gd name="connsiteX3-17" fmla="*/ 0 w 6992983"/>
              <a:gd name="connsiteY3-18" fmla="*/ 3592876 h 3592876"/>
              <a:gd name="connsiteX4-19" fmla="*/ 2795452 w 6992983"/>
              <a:gd name="connsiteY4-20" fmla="*/ 0 h 359287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992983" h="3592876">
                <a:moveTo>
                  <a:pt x="2795452" y="0"/>
                </a:moveTo>
                <a:lnTo>
                  <a:pt x="6992983" y="0"/>
                </a:lnTo>
                <a:lnTo>
                  <a:pt x="6992983" y="3579813"/>
                </a:lnTo>
                <a:lnTo>
                  <a:pt x="0" y="3592876"/>
                </a:lnTo>
                <a:lnTo>
                  <a:pt x="2795452" y="0"/>
                </a:lnTo>
                <a:close/>
              </a:path>
            </a:pathLst>
          </a:custGeom>
        </p:spPr>
        <p:txBody>
          <a:bodyPr/>
          <a:lstStyle/>
          <a:p>
            <a:endParaRPr lang="en-I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0" y="816769"/>
            <a:ext cx="4153989" cy="5224463"/>
          </a:xfrm>
          <a:prstGeom prst="rect">
            <a:avLst/>
          </a:prstGeom>
        </p:spPr>
        <p:txBody>
          <a:bodyPr/>
          <a:lstStyle/>
          <a:p>
            <a:endParaRPr lang="en-I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8038011" y="1358537"/>
            <a:ext cx="4153989" cy="5499463"/>
          </a:xfrm>
          <a:prstGeom prst="rect">
            <a:avLst/>
          </a:prstGeom>
        </p:spPr>
        <p:txBody>
          <a:bodyPr/>
          <a:lstStyle/>
          <a:p>
            <a:endParaRPr lang="en-ID"/>
          </a:p>
        </p:txBody>
      </p:sp>
      <p:sp>
        <p:nvSpPr>
          <p:cNvPr id="5" name="Picture Placeholder 4"/>
          <p:cNvSpPr>
            <a:spLocks noGrp="1"/>
          </p:cNvSpPr>
          <p:nvPr>
            <p:ph type="pic" sz="quarter" idx="11"/>
          </p:nvPr>
        </p:nvSpPr>
        <p:spPr>
          <a:xfrm>
            <a:off x="927782" y="3703320"/>
            <a:ext cx="2677568" cy="2246312"/>
          </a:xfrm>
          <a:prstGeom prst="rect">
            <a:avLst/>
          </a:prstGeom>
        </p:spPr>
        <p:txBody>
          <a:bodyPr/>
          <a:lstStyle/>
          <a:p>
            <a:endParaRPr lang="en-ID"/>
          </a:p>
        </p:txBody>
      </p:sp>
      <p:sp>
        <p:nvSpPr>
          <p:cNvPr id="6" name="Picture Placeholder 4"/>
          <p:cNvSpPr>
            <a:spLocks noGrp="1"/>
          </p:cNvSpPr>
          <p:nvPr>
            <p:ph type="pic" sz="quarter" idx="12"/>
          </p:nvPr>
        </p:nvSpPr>
        <p:spPr>
          <a:xfrm>
            <a:off x="4454436" y="3703320"/>
            <a:ext cx="2677568" cy="2246312"/>
          </a:xfrm>
          <a:prstGeom prst="rect">
            <a:avLst/>
          </a:prstGeom>
        </p:spPr>
        <p:txBody>
          <a:bodyPr/>
          <a:lstStyle/>
          <a:p>
            <a:endParaRPr lang="en-I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956060" y="796834"/>
            <a:ext cx="3994763" cy="5264334"/>
          </a:xfrm>
          <a:prstGeom prst="rect">
            <a:avLst/>
          </a:prstGeom>
        </p:spPr>
        <p:txBody>
          <a:bodyPr/>
          <a:lstStyle/>
          <a:p>
            <a:endParaRPr lang="en-I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6858000"/>
          </a:xfrm>
          <a:prstGeom prst="rect">
            <a:avLst/>
          </a:prstGeom>
        </p:spPr>
        <p:txBody>
          <a:bodyPr/>
          <a:lstStyle/>
          <a:p>
            <a:endParaRPr lang="en-ID"/>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949347" y="966653"/>
            <a:ext cx="4184355" cy="4186532"/>
          </a:xfrm>
          <a:custGeom>
            <a:avLst/>
            <a:gdLst>
              <a:gd name="connsiteX0" fmla="*/ 0 w 4179888"/>
              <a:gd name="connsiteY0" fmla="*/ 0 h 4179887"/>
              <a:gd name="connsiteX1" fmla="*/ 4179888 w 4179888"/>
              <a:gd name="connsiteY1" fmla="*/ 0 h 4179887"/>
              <a:gd name="connsiteX2" fmla="*/ 4179888 w 4179888"/>
              <a:gd name="connsiteY2" fmla="*/ 4179887 h 4179887"/>
              <a:gd name="connsiteX3" fmla="*/ 0 w 4179888"/>
              <a:gd name="connsiteY3" fmla="*/ 4179887 h 4179887"/>
              <a:gd name="connsiteX4" fmla="*/ 0 w 4179888"/>
              <a:gd name="connsiteY4" fmla="*/ 0 h 4179887"/>
              <a:gd name="connsiteX0-1" fmla="*/ 0 w 4179888"/>
              <a:gd name="connsiteY0-2" fmla="*/ 19708 h 4199595"/>
              <a:gd name="connsiteX1-3" fmla="*/ 383064 w 4179888"/>
              <a:gd name="connsiteY1-4" fmla="*/ 0 h 4199595"/>
              <a:gd name="connsiteX2-5" fmla="*/ 4179888 w 4179888"/>
              <a:gd name="connsiteY2-6" fmla="*/ 19708 h 4199595"/>
              <a:gd name="connsiteX3-7" fmla="*/ 4179888 w 4179888"/>
              <a:gd name="connsiteY3-8" fmla="*/ 4199595 h 4199595"/>
              <a:gd name="connsiteX4-9" fmla="*/ 0 w 4179888"/>
              <a:gd name="connsiteY4-10" fmla="*/ 4199595 h 4199595"/>
              <a:gd name="connsiteX5" fmla="*/ 0 w 4179888"/>
              <a:gd name="connsiteY5" fmla="*/ 19708 h 4199595"/>
              <a:gd name="connsiteX0-11" fmla="*/ 0 w 4179888"/>
              <a:gd name="connsiteY0-12" fmla="*/ 6645 h 4186532"/>
              <a:gd name="connsiteX1-13" fmla="*/ 3557338 w 4179888"/>
              <a:gd name="connsiteY1-14" fmla="*/ 0 h 4186532"/>
              <a:gd name="connsiteX2-15" fmla="*/ 4179888 w 4179888"/>
              <a:gd name="connsiteY2-16" fmla="*/ 6645 h 4186532"/>
              <a:gd name="connsiteX3-17" fmla="*/ 4179888 w 4179888"/>
              <a:gd name="connsiteY3-18" fmla="*/ 4186532 h 4186532"/>
              <a:gd name="connsiteX4-19" fmla="*/ 0 w 4179888"/>
              <a:gd name="connsiteY4-20" fmla="*/ 4186532 h 4186532"/>
              <a:gd name="connsiteX5-21" fmla="*/ 0 w 4179888"/>
              <a:gd name="connsiteY5-22" fmla="*/ 6645 h 4186532"/>
              <a:gd name="connsiteX0-23" fmla="*/ 0 w 4184355"/>
              <a:gd name="connsiteY0-24" fmla="*/ 6645 h 4186532"/>
              <a:gd name="connsiteX1-25" fmla="*/ 3557338 w 4184355"/>
              <a:gd name="connsiteY1-26" fmla="*/ 0 h 4186532"/>
              <a:gd name="connsiteX2-27" fmla="*/ 4179888 w 4184355"/>
              <a:gd name="connsiteY2-28" fmla="*/ 6645 h 4186532"/>
              <a:gd name="connsiteX3-29" fmla="*/ 4184355 w 4184355"/>
              <a:gd name="connsiteY3-30" fmla="*/ 587827 h 4186532"/>
              <a:gd name="connsiteX4-31" fmla="*/ 4179888 w 4184355"/>
              <a:gd name="connsiteY4-32" fmla="*/ 4186532 h 4186532"/>
              <a:gd name="connsiteX5-33" fmla="*/ 0 w 4184355"/>
              <a:gd name="connsiteY5-34" fmla="*/ 4186532 h 4186532"/>
              <a:gd name="connsiteX6" fmla="*/ 0 w 4184355"/>
              <a:gd name="connsiteY6" fmla="*/ 6645 h 4186532"/>
              <a:gd name="connsiteX0-35" fmla="*/ 0 w 4184355"/>
              <a:gd name="connsiteY0-36" fmla="*/ 6645 h 4186532"/>
              <a:gd name="connsiteX1-37" fmla="*/ 3557338 w 4184355"/>
              <a:gd name="connsiteY1-38" fmla="*/ 0 h 4186532"/>
              <a:gd name="connsiteX2-39" fmla="*/ 4184355 w 4184355"/>
              <a:gd name="connsiteY2-40" fmla="*/ 587827 h 4186532"/>
              <a:gd name="connsiteX3-41" fmla="*/ 4179888 w 4184355"/>
              <a:gd name="connsiteY3-42" fmla="*/ 4186532 h 4186532"/>
              <a:gd name="connsiteX4-43" fmla="*/ 0 w 4184355"/>
              <a:gd name="connsiteY4-44" fmla="*/ 4186532 h 4186532"/>
              <a:gd name="connsiteX5-45" fmla="*/ 0 w 4184355"/>
              <a:gd name="connsiteY5-46" fmla="*/ 6645 h 4186532"/>
              <a:gd name="connsiteX0-47" fmla="*/ 0 w 4184355"/>
              <a:gd name="connsiteY0-48" fmla="*/ 6645 h 4186532"/>
              <a:gd name="connsiteX1-49" fmla="*/ 3557338 w 4184355"/>
              <a:gd name="connsiteY1-50" fmla="*/ 0 h 4186532"/>
              <a:gd name="connsiteX2-51" fmla="*/ 4184355 w 4184355"/>
              <a:gd name="connsiteY2-52" fmla="*/ 1345473 h 4186532"/>
              <a:gd name="connsiteX3-53" fmla="*/ 4179888 w 4184355"/>
              <a:gd name="connsiteY3-54" fmla="*/ 4186532 h 4186532"/>
              <a:gd name="connsiteX4-55" fmla="*/ 0 w 4184355"/>
              <a:gd name="connsiteY4-56" fmla="*/ 4186532 h 4186532"/>
              <a:gd name="connsiteX5-57" fmla="*/ 0 w 4184355"/>
              <a:gd name="connsiteY5-58" fmla="*/ 6645 h 4186532"/>
              <a:gd name="connsiteX0-59" fmla="*/ 0 w 4184355"/>
              <a:gd name="connsiteY0-60" fmla="*/ 6645 h 4186532"/>
              <a:gd name="connsiteX1-61" fmla="*/ 2825818 w 4184355"/>
              <a:gd name="connsiteY1-62" fmla="*/ 0 h 4186532"/>
              <a:gd name="connsiteX2-63" fmla="*/ 4184355 w 4184355"/>
              <a:gd name="connsiteY2-64" fmla="*/ 1345473 h 4186532"/>
              <a:gd name="connsiteX3-65" fmla="*/ 4179888 w 4184355"/>
              <a:gd name="connsiteY3-66" fmla="*/ 4186532 h 4186532"/>
              <a:gd name="connsiteX4-67" fmla="*/ 0 w 4184355"/>
              <a:gd name="connsiteY4-68" fmla="*/ 4186532 h 4186532"/>
              <a:gd name="connsiteX5-69" fmla="*/ 0 w 4184355"/>
              <a:gd name="connsiteY5-70" fmla="*/ 6645 h 41865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4184355" h="4186532">
                <a:moveTo>
                  <a:pt x="0" y="6645"/>
                </a:moveTo>
                <a:lnTo>
                  <a:pt x="2825818" y="0"/>
                </a:lnTo>
                <a:lnTo>
                  <a:pt x="4184355" y="1345473"/>
                </a:lnTo>
                <a:lnTo>
                  <a:pt x="4179888" y="4186532"/>
                </a:lnTo>
                <a:lnTo>
                  <a:pt x="0" y="4186532"/>
                </a:lnTo>
                <a:lnTo>
                  <a:pt x="0" y="6645"/>
                </a:lnTo>
                <a:close/>
              </a:path>
            </a:pathLst>
          </a:custGeom>
        </p:spPr>
        <p:txBody>
          <a:bodyPr/>
          <a:lstStyle/>
          <a:p>
            <a:endParaRPr lang="en-ID"/>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8_Custom Layout">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6902449" y="977900"/>
            <a:ext cx="4187825" cy="4187825"/>
          </a:xfrm>
          <a:custGeom>
            <a:avLst/>
            <a:gdLst>
              <a:gd name="connsiteX0" fmla="*/ 0 w 4184650"/>
              <a:gd name="connsiteY0" fmla="*/ 0 h 4186237"/>
              <a:gd name="connsiteX1" fmla="*/ 4184650 w 4184650"/>
              <a:gd name="connsiteY1" fmla="*/ 0 h 4186237"/>
              <a:gd name="connsiteX2" fmla="*/ 4184650 w 4184650"/>
              <a:gd name="connsiteY2" fmla="*/ 4186237 h 4186237"/>
              <a:gd name="connsiteX3" fmla="*/ 0 w 4184650"/>
              <a:gd name="connsiteY3" fmla="*/ 4186237 h 4186237"/>
              <a:gd name="connsiteX4" fmla="*/ 0 w 4184650"/>
              <a:gd name="connsiteY4" fmla="*/ 0 h 4186237"/>
              <a:gd name="connsiteX0-1" fmla="*/ 0 w 4184650"/>
              <a:gd name="connsiteY0-2" fmla="*/ 1588 h 4187825"/>
              <a:gd name="connsiteX1-3" fmla="*/ 1377950 w 4184650"/>
              <a:gd name="connsiteY1-4" fmla="*/ 0 h 4187825"/>
              <a:gd name="connsiteX2-5" fmla="*/ 4184650 w 4184650"/>
              <a:gd name="connsiteY2-6" fmla="*/ 1588 h 4187825"/>
              <a:gd name="connsiteX3-7" fmla="*/ 4184650 w 4184650"/>
              <a:gd name="connsiteY3-8" fmla="*/ 4187825 h 4187825"/>
              <a:gd name="connsiteX4-9" fmla="*/ 0 w 4184650"/>
              <a:gd name="connsiteY4-10" fmla="*/ 4187825 h 4187825"/>
              <a:gd name="connsiteX5" fmla="*/ 0 w 4184650"/>
              <a:gd name="connsiteY5" fmla="*/ 1588 h 4187825"/>
              <a:gd name="connsiteX0-11" fmla="*/ 3175 w 4187825"/>
              <a:gd name="connsiteY0-12" fmla="*/ 1588 h 4187825"/>
              <a:gd name="connsiteX1-13" fmla="*/ 1381125 w 4187825"/>
              <a:gd name="connsiteY1-14" fmla="*/ 0 h 4187825"/>
              <a:gd name="connsiteX2-15" fmla="*/ 4187825 w 4187825"/>
              <a:gd name="connsiteY2-16" fmla="*/ 1588 h 4187825"/>
              <a:gd name="connsiteX3-17" fmla="*/ 4187825 w 4187825"/>
              <a:gd name="connsiteY3-18" fmla="*/ 4187825 h 4187825"/>
              <a:gd name="connsiteX4-19" fmla="*/ 3175 w 4187825"/>
              <a:gd name="connsiteY4-20" fmla="*/ 4187825 h 4187825"/>
              <a:gd name="connsiteX5-21" fmla="*/ 0 w 4187825"/>
              <a:gd name="connsiteY5-22" fmla="*/ 1362075 h 4187825"/>
              <a:gd name="connsiteX6" fmla="*/ 3175 w 4187825"/>
              <a:gd name="connsiteY6" fmla="*/ 1588 h 4187825"/>
              <a:gd name="connsiteX0-23" fmla="*/ 0 w 4187825"/>
              <a:gd name="connsiteY0-24" fmla="*/ 1362075 h 4187825"/>
              <a:gd name="connsiteX1-25" fmla="*/ 1381125 w 4187825"/>
              <a:gd name="connsiteY1-26" fmla="*/ 0 h 4187825"/>
              <a:gd name="connsiteX2-27" fmla="*/ 4187825 w 4187825"/>
              <a:gd name="connsiteY2-28" fmla="*/ 1588 h 4187825"/>
              <a:gd name="connsiteX3-29" fmla="*/ 4187825 w 4187825"/>
              <a:gd name="connsiteY3-30" fmla="*/ 4187825 h 4187825"/>
              <a:gd name="connsiteX4-31" fmla="*/ 3175 w 4187825"/>
              <a:gd name="connsiteY4-32" fmla="*/ 4187825 h 4187825"/>
              <a:gd name="connsiteX5-33" fmla="*/ 0 w 4187825"/>
              <a:gd name="connsiteY5-34" fmla="*/ 1362075 h 4187825"/>
              <a:gd name="connsiteX0-35" fmla="*/ 0 w 4187825"/>
              <a:gd name="connsiteY0-36" fmla="*/ 1362075 h 4187825"/>
              <a:gd name="connsiteX1-37" fmla="*/ 1381125 w 4187825"/>
              <a:gd name="connsiteY1-38" fmla="*/ 0 h 4187825"/>
              <a:gd name="connsiteX2-39" fmla="*/ 4187825 w 4187825"/>
              <a:gd name="connsiteY2-40" fmla="*/ 1588 h 4187825"/>
              <a:gd name="connsiteX3-41" fmla="*/ 4187825 w 4187825"/>
              <a:gd name="connsiteY3-42" fmla="*/ 4187825 h 4187825"/>
              <a:gd name="connsiteX4-43" fmla="*/ 3175 w 4187825"/>
              <a:gd name="connsiteY4-44" fmla="*/ 4187825 h 4187825"/>
              <a:gd name="connsiteX5-45" fmla="*/ 0 w 4187825"/>
              <a:gd name="connsiteY5-46" fmla="*/ 1362075 h 4187825"/>
              <a:gd name="connsiteX0-47" fmla="*/ 0 w 4187825"/>
              <a:gd name="connsiteY0-48" fmla="*/ 1362075 h 4187825"/>
              <a:gd name="connsiteX1-49" fmla="*/ 1381125 w 4187825"/>
              <a:gd name="connsiteY1-50" fmla="*/ 0 h 4187825"/>
              <a:gd name="connsiteX2-51" fmla="*/ 4187825 w 4187825"/>
              <a:gd name="connsiteY2-52" fmla="*/ 1588 h 4187825"/>
              <a:gd name="connsiteX3-53" fmla="*/ 4187825 w 4187825"/>
              <a:gd name="connsiteY3-54" fmla="*/ 4187825 h 4187825"/>
              <a:gd name="connsiteX4-55" fmla="*/ 3175 w 4187825"/>
              <a:gd name="connsiteY4-56" fmla="*/ 4187825 h 4187825"/>
              <a:gd name="connsiteX5-57" fmla="*/ 0 w 4187825"/>
              <a:gd name="connsiteY5-58" fmla="*/ 1362075 h 4187825"/>
              <a:gd name="connsiteX0-59" fmla="*/ 0 w 4187825"/>
              <a:gd name="connsiteY0-60" fmla="*/ 1362075 h 4187825"/>
              <a:gd name="connsiteX1-61" fmla="*/ 1381125 w 4187825"/>
              <a:gd name="connsiteY1-62" fmla="*/ 0 h 4187825"/>
              <a:gd name="connsiteX2-63" fmla="*/ 4187825 w 4187825"/>
              <a:gd name="connsiteY2-64" fmla="*/ 1588 h 4187825"/>
              <a:gd name="connsiteX3-65" fmla="*/ 4187825 w 4187825"/>
              <a:gd name="connsiteY3-66" fmla="*/ 4187825 h 4187825"/>
              <a:gd name="connsiteX4-67" fmla="*/ 3175 w 4187825"/>
              <a:gd name="connsiteY4-68" fmla="*/ 4187825 h 4187825"/>
              <a:gd name="connsiteX5-69" fmla="*/ 0 w 4187825"/>
              <a:gd name="connsiteY5-70" fmla="*/ 1362075 h 4187825"/>
              <a:gd name="connsiteX0-71" fmla="*/ 0 w 4187825"/>
              <a:gd name="connsiteY0-72" fmla="*/ 1362075 h 4187825"/>
              <a:gd name="connsiteX1-73" fmla="*/ 1381125 w 4187825"/>
              <a:gd name="connsiteY1-74" fmla="*/ 0 h 4187825"/>
              <a:gd name="connsiteX2-75" fmla="*/ 4187825 w 4187825"/>
              <a:gd name="connsiteY2-76" fmla="*/ 1588 h 4187825"/>
              <a:gd name="connsiteX3-77" fmla="*/ 4187825 w 4187825"/>
              <a:gd name="connsiteY3-78" fmla="*/ 4187825 h 4187825"/>
              <a:gd name="connsiteX4-79" fmla="*/ 3175 w 4187825"/>
              <a:gd name="connsiteY4-80" fmla="*/ 4187825 h 4187825"/>
              <a:gd name="connsiteX5-81" fmla="*/ 0 w 4187825"/>
              <a:gd name="connsiteY5-82" fmla="*/ 1362075 h 41878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4187825" h="4187825">
                <a:moveTo>
                  <a:pt x="0" y="1362075"/>
                </a:moveTo>
                <a:cubicBezTo>
                  <a:pt x="1387898" y="1164"/>
                  <a:pt x="-10266" y="1369748"/>
                  <a:pt x="1381125" y="0"/>
                </a:cubicBezTo>
                <a:lnTo>
                  <a:pt x="4187825" y="1588"/>
                </a:lnTo>
                <a:lnTo>
                  <a:pt x="4187825" y="4187825"/>
                </a:lnTo>
                <a:lnTo>
                  <a:pt x="3175" y="4187825"/>
                </a:lnTo>
                <a:cubicBezTo>
                  <a:pt x="2117" y="3245908"/>
                  <a:pt x="1058" y="2303992"/>
                  <a:pt x="0" y="1362075"/>
                </a:cubicBezTo>
                <a:close/>
              </a:path>
            </a:pathLst>
          </a:custGeom>
        </p:spPr>
        <p:txBody>
          <a:bodyPr/>
          <a:lstStyle/>
          <a:p>
            <a:endParaRPr lang="en-ID"/>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9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949347" y="966653"/>
            <a:ext cx="4184355" cy="4186532"/>
          </a:xfrm>
          <a:custGeom>
            <a:avLst/>
            <a:gdLst>
              <a:gd name="connsiteX0" fmla="*/ 0 w 4179888"/>
              <a:gd name="connsiteY0" fmla="*/ 0 h 4179887"/>
              <a:gd name="connsiteX1" fmla="*/ 4179888 w 4179888"/>
              <a:gd name="connsiteY1" fmla="*/ 0 h 4179887"/>
              <a:gd name="connsiteX2" fmla="*/ 4179888 w 4179888"/>
              <a:gd name="connsiteY2" fmla="*/ 4179887 h 4179887"/>
              <a:gd name="connsiteX3" fmla="*/ 0 w 4179888"/>
              <a:gd name="connsiteY3" fmla="*/ 4179887 h 4179887"/>
              <a:gd name="connsiteX4" fmla="*/ 0 w 4179888"/>
              <a:gd name="connsiteY4" fmla="*/ 0 h 4179887"/>
              <a:gd name="connsiteX0-1" fmla="*/ 0 w 4179888"/>
              <a:gd name="connsiteY0-2" fmla="*/ 19708 h 4199595"/>
              <a:gd name="connsiteX1-3" fmla="*/ 383064 w 4179888"/>
              <a:gd name="connsiteY1-4" fmla="*/ 0 h 4199595"/>
              <a:gd name="connsiteX2-5" fmla="*/ 4179888 w 4179888"/>
              <a:gd name="connsiteY2-6" fmla="*/ 19708 h 4199595"/>
              <a:gd name="connsiteX3-7" fmla="*/ 4179888 w 4179888"/>
              <a:gd name="connsiteY3-8" fmla="*/ 4199595 h 4199595"/>
              <a:gd name="connsiteX4-9" fmla="*/ 0 w 4179888"/>
              <a:gd name="connsiteY4-10" fmla="*/ 4199595 h 4199595"/>
              <a:gd name="connsiteX5" fmla="*/ 0 w 4179888"/>
              <a:gd name="connsiteY5" fmla="*/ 19708 h 4199595"/>
              <a:gd name="connsiteX0-11" fmla="*/ 0 w 4179888"/>
              <a:gd name="connsiteY0-12" fmla="*/ 6645 h 4186532"/>
              <a:gd name="connsiteX1-13" fmla="*/ 3557338 w 4179888"/>
              <a:gd name="connsiteY1-14" fmla="*/ 0 h 4186532"/>
              <a:gd name="connsiteX2-15" fmla="*/ 4179888 w 4179888"/>
              <a:gd name="connsiteY2-16" fmla="*/ 6645 h 4186532"/>
              <a:gd name="connsiteX3-17" fmla="*/ 4179888 w 4179888"/>
              <a:gd name="connsiteY3-18" fmla="*/ 4186532 h 4186532"/>
              <a:gd name="connsiteX4-19" fmla="*/ 0 w 4179888"/>
              <a:gd name="connsiteY4-20" fmla="*/ 4186532 h 4186532"/>
              <a:gd name="connsiteX5-21" fmla="*/ 0 w 4179888"/>
              <a:gd name="connsiteY5-22" fmla="*/ 6645 h 4186532"/>
              <a:gd name="connsiteX0-23" fmla="*/ 0 w 4184355"/>
              <a:gd name="connsiteY0-24" fmla="*/ 6645 h 4186532"/>
              <a:gd name="connsiteX1-25" fmla="*/ 3557338 w 4184355"/>
              <a:gd name="connsiteY1-26" fmla="*/ 0 h 4186532"/>
              <a:gd name="connsiteX2-27" fmla="*/ 4179888 w 4184355"/>
              <a:gd name="connsiteY2-28" fmla="*/ 6645 h 4186532"/>
              <a:gd name="connsiteX3-29" fmla="*/ 4184355 w 4184355"/>
              <a:gd name="connsiteY3-30" fmla="*/ 587827 h 4186532"/>
              <a:gd name="connsiteX4-31" fmla="*/ 4179888 w 4184355"/>
              <a:gd name="connsiteY4-32" fmla="*/ 4186532 h 4186532"/>
              <a:gd name="connsiteX5-33" fmla="*/ 0 w 4184355"/>
              <a:gd name="connsiteY5-34" fmla="*/ 4186532 h 4186532"/>
              <a:gd name="connsiteX6" fmla="*/ 0 w 4184355"/>
              <a:gd name="connsiteY6" fmla="*/ 6645 h 4186532"/>
              <a:gd name="connsiteX0-35" fmla="*/ 0 w 4184355"/>
              <a:gd name="connsiteY0-36" fmla="*/ 6645 h 4186532"/>
              <a:gd name="connsiteX1-37" fmla="*/ 3557338 w 4184355"/>
              <a:gd name="connsiteY1-38" fmla="*/ 0 h 4186532"/>
              <a:gd name="connsiteX2-39" fmla="*/ 4184355 w 4184355"/>
              <a:gd name="connsiteY2-40" fmla="*/ 587827 h 4186532"/>
              <a:gd name="connsiteX3-41" fmla="*/ 4179888 w 4184355"/>
              <a:gd name="connsiteY3-42" fmla="*/ 4186532 h 4186532"/>
              <a:gd name="connsiteX4-43" fmla="*/ 0 w 4184355"/>
              <a:gd name="connsiteY4-44" fmla="*/ 4186532 h 4186532"/>
              <a:gd name="connsiteX5-45" fmla="*/ 0 w 4184355"/>
              <a:gd name="connsiteY5-46" fmla="*/ 6645 h 4186532"/>
              <a:gd name="connsiteX0-47" fmla="*/ 0 w 4184355"/>
              <a:gd name="connsiteY0-48" fmla="*/ 6645 h 4186532"/>
              <a:gd name="connsiteX1-49" fmla="*/ 3557338 w 4184355"/>
              <a:gd name="connsiteY1-50" fmla="*/ 0 h 4186532"/>
              <a:gd name="connsiteX2-51" fmla="*/ 4184355 w 4184355"/>
              <a:gd name="connsiteY2-52" fmla="*/ 1345473 h 4186532"/>
              <a:gd name="connsiteX3-53" fmla="*/ 4179888 w 4184355"/>
              <a:gd name="connsiteY3-54" fmla="*/ 4186532 h 4186532"/>
              <a:gd name="connsiteX4-55" fmla="*/ 0 w 4184355"/>
              <a:gd name="connsiteY4-56" fmla="*/ 4186532 h 4186532"/>
              <a:gd name="connsiteX5-57" fmla="*/ 0 w 4184355"/>
              <a:gd name="connsiteY5-58" fmla="*/ 6645 h 4186532"/>
              <a:gd name="connsiteX0-59" fmla="*/ 0 w 4184355"/>
              <a:gd name="connsiteY0-60" fmla="*/ 6645 h 4186532"/>
              <a:gd name="connsiteX1-61" fmla="*/ 2825818 w 4184355"/>
              <a:gd name="connsiteY1-62" fmla="*/ 0 h 4186532"/>
              <a:gd name="connsiteX2-63" fmla="*/ 4184355 w 4184355"/>
              <a:gd name="connsiteY2-64" fmla="*/ 1345473 h 4186532"/>
              <a:gd name="connsiteX3-65" fmla="*/ 4179888 w 4184355"/>
              <a:gd name="connsiteY3-66" fmla="*/ 4186532 h 4186532"/>
              <a:gd name="connsiteX4-67" fmla="*/ 0 w 4184355"/>
              <a:gd name="connsiteY4-68" fmla="*/ 4186532 h 4186532"/>
              <a:gd name="connsiteX5-69" fmla="*/ 0 w 4184355"/>
              <a:gd name="connsiteY5-70" fmla="*/ 6645 h 41865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4184355" h="4186532">
                <a:moveTo>
                  <a:pt x="0" y="6645"/>
                </a:moveTo>
                <a:lnTo>
                  <a:pt x="2825818" y="0"/>
                </a:lnTo>
                <a:lnTo>
                  <a:pt x="4184355" y="1345473"/>
                </a:lnTo>
                <a:lnTo>
                  <a:pt x="4179888" y="4186532"/>
                </a:lnTo>
                <a:lnTo>
                  <a:pt x="0" y="4186532"/>
                </a:lnTo>
                <a:lnTo>
                  <a:pt x="0" y="6645"/>
                </a:lnTo>
                <a:close/>
              </a:path>
            </a:pathLst>
          </a:custGeom>
        </p:spPr>
        <p:txBody>
          <a:bodyPr/>
          <a:lstStyle/>
          <a:p>
            <a:endParaRPr lang="en-I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0_Custom Layout">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6902449" y="977900"/>
            <a:ext cx="4187825" cy="4187825"/>
          </a:xfrm>
          <a:custGeom>
            <a:avLst/>
            <a:gdLst>
              <a:gd name="connsiteX0" fmla="*/ 0 w 4184650"/>
              <a:gd name="connsiteY0" fmla="*/ 0 h 4186237"/>
              <a:gd name="connsiteX1" fmla="*/ 4184650 w 4184650"/>
              <a:gd name="connsiteY1" fmla="*/ 0 h 4186237"/>
              <a:gd name="connsiteX2" fmla="*/ 4184650 w 4184650"/>
              <a:gd name="connsiteY2" fmla="*/ 4186237 h 4186237"/>
              <a:gd name="connsiteX3" fmla="*/ 0 w 4184650"/>
              <a:gd name="connsiteY3" fmla="*/ 4186237 h 4186237"/>
              <a:gd name="connsiteX4" fmla="*/ 0 w 4184650"/>
              <a:gd name="connsiteY4" fmla="*/ 0 h 4186237"/>
              <a:gd name="connsiteX0-1" fmla="*/ 0 w 4184650"/>
              <a:gd name="connsiteY0-2" fmla="*/ 1588 h 4187825"/>
              <a:gd name="connsiteX1-3" fmla="*/ 1377950 w 4184650"/>
              <a:gd name="connsiteY1-4" fmla="*/ 0 h 4187825"/>
              <a:gd name="connsiteX2-5" fmla="*/ 4184650 w 4184650"/>
              <a:gd name="connsiteY2-6" fmla="*/ 1588 h 4187825"/>
              <a:gd name="connsiteX3-7" fmla="*/ 4184650 w 4184650"/>
              <a:gd name="connsiteY3-8" fmla="*/ 4187825 h 4187825"/>
              <a:gd name="connsiteX4-9" fmla="*/ 0 w 4184650"/>
              <a:gd name="connsiteY4-10" fmla="*/ 4187825 h 4187825"/>
              <a:gd name="connsiteX5" fmla="*/ 0 w 4184650"/>
              <a:gd name="connsiteY5" fmla="*/ 1588 h 4187825"/>
              <a:gd name="connsiteX0-11" fmla="*/ 3175 w 4187825"/>
              <a:gd name="connsiteY0-12" fmla="*/ 1588 h 4187825"/>
              <a:gd name="connsiteX1-13" fmla="*/ 1381125 w 4187825"/>
              <a:gd name="connsiteY1-14" fmla="*/ 0 h 4187825"/>
              <a:gd name="connsiteX2-15" fmla="*/ 4187825 w 4187825"/>
              <a:gd name="connsiteY2-16" fmla="*/ 1588 h 4187825"/>
              <a:gd name="connsiteX3-17" fmla="*/ 4187825 w 4187825"/>
              <a:gd name="connsiteY3-18" fmla="*/ 4187825 h 4187825"/>
              <a:gd name="connsiteX4-19" fmla="*/ 3175 w 4187825"/>
              <a:gd name="connsiteY4-20" fmla="*/ 4187825 h 4187825"/>
              <a:gd name="connsiteX5-21" fmla="*/ 0 w 4187825"/>
              <a:gd name="connsiteY5-22" fmla="*/ 1362075 h 4187825"/>
              <a:gd name="connsiteX6" fmla="*/ 3175 w 4187825"/>
              <a:gd name="connsiteY6" fmla="*/ 1588 h 4187825"/>
              <a:gd name="connsiteX0-23" fmla="*/ 0 w 4187825"/>
              <a:gd name="connsiteY0-24" fmla="*/ 1362075 h 4187825"/>
              <a:gd name="connsiteX1-25" fmla="*/ 1381125 w 4187825"/>
              <a:gd name="connsiteY1-26" fmla="*/ 0 h 4187825"/>
              <a:gd name="connsiteX2-27" fmla="*/ 4187825 w 4187825"/>
              <a:gd name="connsiteY2-28" fmla="*/ 1588 h 4187825"/>
              <a:gd name="connsiteX3-29" fmla="*/ 4187825 w 4187825"/>
              <a:gd name="connsiteY3-30" fmla="*/ 4187825 h 4187825"/>
              <a:gd name="connsiteX4-31" fmla="*/ 3175 w 4187825"/>
              <a:gd name="connsiteY4-32" fmla="*/ 4187825 h 4187825"/>
              <a:gd name="connsiteX5-33" fmla="*/ 0 w 4187825"/>
              <a:gd name="connsiteY5-34" fmla="*/ 1362075 h 4187825"/>
              <a:gd name="connsiteX0-35" fmla="*/ 0 w 4187825"/>
              <a:gd name="connsiteY0-36" fmla="*/ 1362075 h 4187825"/>
              <a:gd name="connsiteX1-37" fmla="*/ 1381125 w 4187825"/>
              <a:gd name="connsiteY1-38" fmla="*/ 0 h 4187825"/>
              <a:gd name="connsiteX2-39" fmla="*/ 4187825 w 4187825"/>
              <a:gd name="connsiteY2-40" fmla="*/ 1588 h 4187825"/>
              <a:gd name="connsiteX3-41" fmla="*/ 4187825 w 4187825"/>
              <a:gd name="connsiteY3-42" fmla="*/ 4187825 h 4187825"/>
              <a:gd name="connsiteX4-43" fmla="*/ 3175 w 4187825"/>
              <a:gd name="connsiteY4-44" fmla="*/ 4187825 h 4187825"/>
              <a:gd name="connsiteX5-45" fmla="*/ 0 w 4187825"/>
              <a:gd name="connsiteY5-46" fmla="*/ 1362075 h 4187825"/>
              <a:gd name="connsiteX0-47" fmla="*/ 0 w 4187825"/>
              <a:gd name="connsiteY0-48" fmla="*/ 1362075 h 4187825"/>
              <a:gd name="connsiteX1-49" fmla="*/ 1381125 w 4187825"/>
              <a:gd name="connsiteY1-50" fmla="*/ 0 h 4187825"/>
              <a:gd name="connsiteX2-51" fmla="*/ 4187825 w 4187825"/>
              <a:gd name="connsiteY2-52" fmla="*/ 1588 h 4187825"/>
              <a:gd name="connsiteX3-53" fmla="*/ 4187825 w 4187825"/>
              <a:gd name="connsiteY3-54" fmla="*/ 4187825 h 4187825"/>
              <a:gd name="connsiteX4-55" fmla="*/ 3175 w 4187825"/>
              <a:gd name="connsiteY4-56" fmla="*/ 4187825 h 4187825"/>
              <a:gd name="connsiteX5-57" fmla="*/ 0 w 4187825"/>
              <a:gd name="connsiteY5-58" fmla="*/ 1362075 h 4187825"/>
              <a:gd name="connsiteX0-59" fmla="*/ 0 w 4187825"/>
              <a:gd name="connsiteY0-60" fmla="*/ 1362075 h 4187825"/>
              <a:gd name="connsiteX1-61" fmla="*/ 1381125 w 4187825"/>
              <a:gd name="connsiteY1-62" fmla="*/ 0 h 4187825"/>
              <a:gd name="connsiteX2-63" fmla="*/ 4187825 w 4187825"/>
              <a:gd name="connsiteY2-64" fmla="*/ 1588 h 4187825"/>
              <a:gd name="connsiteX3-65" fmla="*/ 4187825 w 4187825"/>
              <a:gd name="connsiteY3-66" fmla="*/ 4187825 h 4187825"/>
              <a:gd name="connsiteX4-67" fmla="*/ 3175 w 4187825"/>
              <a:gd name="connsiteY4-68" fmla="*/ 4187825 h 4187825"/>
              <a:gd name="connsiteX5-69" fmla="*/ 0 w 4187825"/>
              <a:gd name="connsiteY5-70" fmla="*/ 1362075 h 4187825"/>
              <a:gd name="connsiteX0-71" fmla="*/ 0 w 4187825"/>
              <a:gd name="connsiteY0-72" fmla="*/ 1362075 h 4187825"/>
              <a:gd name="connsiteX1-73" fmla="*/ 1381125 w 4187825"/>
              <a:gd name="connsiteY1-74" fmla="*/ 0 h 4187825"/>
              <a:gd name="connsiteX2-75" fmla="*/ 4187825 w 4187825"/>
              <a:gd name="connsiteY2-76" fmla="*/ 1588 h 4187825"/>
              <a:gd name="connsiteX3-77" fmla="*/ 4187825 w 4187825"/>
              <a:gd name="connsiteY3-78" fmla="*/ 4187825 h 4187825"/>
              <a:gd name="connsiteX4-79" fmla="*/ 3175 w 4187825"/>
              <a:gd name="connsiteY4-80" fmla="*/ 4187825 h 4187825"/>
              <a:gd name="connsiteX5-81" fmla="*/ 0 w 4187825"/>
              <a:gd name="connsiteY5-82" fmla="*/ 1362075 h 41878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4187825" h="4187825">
                <a:moveTo>
                  <a:pt x="0" y="1362075"/>
                </a:moveTo>
                <a:cubicBezTo>
                  <a:pt x="1387898" y="1164"/>
                  <a:pt x="-10266" y="1369748"/>
                  <a:pt x="1381125" y="0"/>
                </a:cubicBezTo>
                <a:lnTo>
                  <a:pt x="4187825" y="1588"/>
                </a:lnTo>
                <a:lnTo>
                  <a:pt x="4187825" y="4187825"/>
                </a:lnTo>
                <a:lnTo>
                  <a:pt x="3175" y="4187825"/>
                </a:lnTo>
                <a:cubicBezTo>
                  <a:pt x="2117" y="3245908"/>
                  <a:pt x="1058" y="2303992"/>
                  <a:pt x="0" y="1362075"/>
                </a:cubicBezTo>
                <a:close/>
              </a:path>
            </a:pathLst>
          </a:custGeom>
        </p:spPr>
        <p:txBody>
          <a:bodyPr/>
          <a:lstStyle/>
          <a:p>
            <a:endParaRPr lang="en-ID"/>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1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939800" y="0"/>
            <a:ext cx="4246563" cy="5904411"/>
          </a:xfrm>
          <a:prstGeom prst="rect">
            <a:avLst/>
          </a:prstGeom>
        </p:spPr>
        <p:txBody>
          <a:bodyPr/>
          <a:lstStyle/>
          <a:p>
            <a:endParaRPr lang="en-ID"/>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2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6716780" y="836022"/>
            <a:ext cx="3994763" cy="4741820"/>
          </a:xfrm>
          <a:prstGeom prst="rect">
            <a:avLst/>
          </a:prstGeom>
        </p:spPr>
        <p:txBody>
          <a:bodyPr/>
          <a:lstStyle/>
          <a:p>
            <a:endParaRPr lang="en-ID"/>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3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896937" y="894466"/>
            <a:ext cx="2455863" cy="3736657"/>
          </a:xfrm>
          <a:prstGeom prst="rect">
            <a:avLst/>
          </a:prstGeom>
        </p:spPr>
        <p:txBody>
          <a:bodyPr/>
          <a:lstStyle/>
          <a:p>
            <a:endParaRPr lang="en-ID"/>
          </a:p>
        </p:txBody>
      </p:sp>
      <p:sp>
        <p:nvSpPr>
          <p:cNvPr id="4" name="Picture Placeholder 3"/>
          <p:cNvSpPr>
            <a:spLocks noGrp="1"/>
          </p:cNvSpPr>
          <p:nvPr>
            <p:ph type="pic" sz="quarter" idx="11"/>
          </p:nvPr>
        </p:nvSpPr>
        <p:spPr>
          <a:xfrm>
            <a:off x="3640137" y="894466"/>
            <a:ext cx="2455863" cy="3736657"/>
          </a:xfrm>
          <a:prstGeom prst="rect">
            <a:avLst/>
          </a:prstGeom>
        </p:spPr>
        <p:txBody>
          <a:bodyPr/>
          <a:lstStyle/>
          <a:p>
            <a:endParaRPr lang="en-ID"/>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4_Custom Layout">
    <p:spTree>
      <p:nvGrpSpPr>
        <p:cNvPr id="1" name=""/>
        <p:cNvGrpSpPr/>
        <p:nvPr/>
      </p:nvGrpSpPr>
      <p:grpSpPr>
        <a:xfrm>
          <a:off x="0" y="0"/>
          <a:ext cx="0" cy="0"/>
          <a:chOff x="0" y="0"/>
          <a:chExt cx="0" cy="0"/>
        </a:xfrm>
      </p:grpSpPr>
      <p:sp>
        <p:nvSpPr>
          <p:cNvPr id="5" name="Picture Placeholder 3"/>
          <p:cNvSpPr>
            <a:spLocks noGrp="1"/>
          </p:cNvSpPr>
          <p:nvPr>
            <p:ph type="pic" sz="quarter" idx="11"/>
          </p:nvPr>
        </p:nvSpPr>
        <p:spPr>
          <a:xfrm>
            <a:off x="1262858" y="1456698"/>
            <a:ext cx="2629877" cy="4187825"/>
          </a:xfrm>
          <a:custGeom>
            <a:avLst/>
            <a:gdLst>
              <a:gd name="connsiteX0" fmla="*/ 0 w 4184650"/>
              <a:gd name="connsiteY0" fmla="*/ 0 h 4186237"/>
              <a:gd name="connsiteX1" fmla="*/ 4184650 w 4184650"/>
              <a:gd name="connsiteY1" fmla="*/ 0 h 4186237"/>
              <a:gd name="connsiteX2" fmla="*/ 4184650 w 4184650"/>
              <a:gd name="connsiteY2" fmla="*/ 4186237 h 4186237"/>
              <a:gd name="connsiteX3" fmla="*/ 0 w 4184650"/>
              <a:gd name="connsiteY3" fmla="*/ 4186237 h 4186237"/>
              <a:gd name="connsiteX4" fmla="*/ 0 w 4184650"/>
              <a:gd name="connsiteY4" fmla="*/ 0 h 4186237"/>
              <a:gd name="connsiteX0-1" fmla="*/ 0 w 4184650"/>
              <a:gd name="connsiteY0-2" fmla="*/ 1588 h 4187825"/>
              <a:gd name="connsiteX1-3" fmla="*/ 1377950 w 4184650"/>
              <a:gd name="connsiteY1-4" fmla="*/ 0 h 4187825"/>
              <a:gd name="connsiteX2-5" fmla="*/ 4184650 w 4184650"/>
              <a:gd name="connsiteY2-6" fmla="*/ 1588 h 4187825"/>
              <a:gd name="connsiteX3-7" fmla="*/ 4184650 w 4184650"/>
              <a:gd name="connsiteY3-8" fmla="*/ 4187825 h 4187825"/>
              <a:gd name="connsiteX4-9" fmla="*/ 0 w 4184650"/>
              <a:gd name="connsiteY4-10" fmla="*/ 4187825 h 4187825"/>
              <a:gd name="connsiteX5" fmla="*/ 0 w 4184650"/>
              <a:gd name="connsiteY5" fmla="*/ 1588 h 4187825"/>
              <a:gd name="connsiteX0-11" fmla="*/ 3175 w 4187825"/>
              <a:gd name="connsiteY0-12" fmla="*/ 1588 h 4187825"/>
              <a:gd name="connsiteX1-13" fmla="*/ 1381125 w 4187825"/>
              <a:gd name="connsiteY1-14" fmla="*/ 0 h 4187825"/>
              <a:gd name="connsiteX2-15" fmla="*/ 4187825 w 4187825"/>
              <a:gd name="connsiteY2-16" fmla="*/ 1588 h 4187825"/>
              <a:gd name="connsiteX3-17" fmla="*/ 4187825 w 4187825"/>
              <a:gd name="connsiteY3-18" fmla="*/ 4187825 h 4187825"/>
              <a:gd name="connsiteX4-19" fmla="*/ 3175 w 4187825"/>
              <a:gd name="connsiteY4-20" fmla="*/ 4187825 h 4187825"/>
              <a:gd name="connsiteX5-21" fmla="*/ 0 w 4187825"/>
              <a:gd name="connsiteY5-22" fmla="*/ 1362075 h 4187825"/>
              <a:gd name="connsiteX6" fmla="*/ 3175 w 4187825"/>
              <a:gd name="connsiteY6" fmla="*/ 1588 h 4187825"/>
              <a:gd name="connsiteX0-23" fmla="*/ 0 w 4187825"/>
              <a:gd name="connsiteY0-24" fmla="*/ 1362075 h 4187825"/>
              <a:gd name="connsiteX1-25" fmla="*/ 1381125 w 4187825"/>
              <a:gd name="connsiteY1-26" fmla="*/ 0 h 4187825"/>
              <a:gd name="connsiteX2-27" fmla="*/ 4187825 w 4187825"/>
              <a:gd name="connsiteY2-28" fmla="*/ 1588 h 4187825"/>
              <a:gd name="connsiteX3-29" fmla="*/ 4187825 w 4187825"/>
              <a:gd name="connsiteY3-30" fmla="*/ 4187825 h 4187825"/>
              <a:gd name="connsiteX4-31" fmla="*/ 3175 w 4187825"/>
              <a:gd name="connsiteY4-32" fmla="*/ 4187825 h 4187825"/>
              <a:gd name="connsiteX5-33" fmla="*/ 0 w 4187825"/>
              <a:gd name="connsiteY5-34" fmla="*/ 1362075 h 4187825"/>
              <a:gd name="connsiteX0-35" fmla="*/ 0 w 4187825"/>
              <a:gd name="connsiteY0-36" fmla="*/ 1362075 h 4187825"/>
              <a:gd name="connsiteX1-37" fmla="*/ 1381125 w 4187825"/>
              <a:gd name="connsiteY1-38" fmla="*/ 0 h 4187825"/>
              <a:gd name="connsiteX2-39" fmla="*/ 4187825 w 4187825"/>
              <a:gd name="connsiteY2-40" fmla="*/ 1588 h 4187825"/>
              <a:gd name="connsiteX3-41" fmla="*/ 4187825 w 4187825"/>
              <a:gd name="connsiteY3-42" fmla="*/ 4187825 h 4187825"/>
              <a:gd name="connsiteX4-43" fmla="*/ 3175 w 4187825"/>
              <a:gd name="connsiteY4-44" fmla="*/ 4187825 h 4187825"/>
              <a:gd name="connsiteX5-45" fmla="*/ 0 w 4187825"/>
              <a:gd name="connsiteY5-46" fmla="*/ 1362075 h 4187825"/>
              <a:gd name="connsiteX0-47" fmla="*/ 0 w 4187825"/>
              <a:gd name="connsiteY0-48" fmla="*/ 1362075 h 4187825"/>
              <a:gd name="connsiteX1-49" fmla="*/ 1381125 w 4187825"/>
              <a:gd name="connsiteY1-50" fmla="*/ 0 h 4187825"/>
              <a:gd name="connsiteX2-51" fmla="*/ 4187825 w 4187825"/>
              <a:gd name="connsiteY2-52" fmla="*/ 1588 h 4187825"/>
              <a:gd name="connsiteX3-53" fmla="*/ 4187825 w 4187825"/>
              <a:gd name="connsiteY3-54" fmla="*/ 4187825 h 4187825"/>
              <a:gd name="connsiteX4-55" fmla="*/ 3175 w 4187825"/>
              <a:gd name="connsiteY4-56" fmla="*/ 4187825 h 4187825"/>
              <a:gd name="connsiteX5-57" fmla="*/ 0 w 4187825"/>
              <a:gd name="connsiteY5-58" fmla="*/ 1362075 h 4187825"/>
              <a:gd name="connsiteX0-59" fmla="*/ 0 w 4187825"/>
              <a:gd name="connsiteY0-60" fmla="*/ 1362075 h 4187825"/>
              <a:gd name="connsiteX1-61" fmla="*/ 1381125 w 4187825"/>
              <a:gd name="connsiteY1-62" fmla="*/ 0 h 4187825"/>
              <a:gd name="connsiteX2-63" fmla="*/ 4187825 w 4187825"/>
              <a:gd name="connsiteY2-64" fmla="*/ 1588 h 4187825"/>
              <a:gd name="connsiteX3-65" fmla="*/ 4187825 w 4187825"/>
              <a:gd name="connsiteY3-66" fmla="*/ 4187825 h 4187825"/>
              <a:gd name="connsiteX4-67" fmla="*/ 3175 w 4187825"/>
              <a:gd name="connsiteY4-68" fmla="*/ 4187825 h 4187825"/>
              <a:gd name="connsiteX5-69" fmla="*/ 0 w 4187825"/>
              <a:gd name="connsiteY5-70" fmla="*/ 1362075 h 4187825"/>
              <a:gd name="connsiteX0-71" fmla="*/ 0 w 4187825"/>
              <a:gd name="connsiteY0-72" fmla="*/ 1362075 h 4187825"/>
              <a:gd name="connsiteX1-73" fmla="*/ 1381125 w 4187825"/>
              <a:gd name="connsiteY1-74" fmla="*/ 0 h 4187825"/>
              <a:gd name="connsiteX2-75" fmla="*/ 4187825 w 4187825"/>
              <a:gd name="connsiteY2-76" fmla="*/ 1588 h 4187825"/>
              <a:gd name="connsiteX3-77" fmla="*/ 4187825 w 4187825"/>
              <a:gd name="connsiteY3-78" fmla="*/ 4187825 h 4187825"/>
              <a:gd name="connsiteX4-79" fmla="*/ 3175 w 4187825"/>
              <a:gd name="connsiteY4-80" fmla="*/ 4187825 h 4187825"/>
              <a:gd name="connsiteX5-81" fmla="*/ 0 w 4187825"/>
              <a:gd name="connsiteY5-82" fmla="*/ 1362075 h 41878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4187825" h="4187825">
                <a:moveTo>
                  <a:pt x="0" y="1362075"/>
                </a:moveTo>
                <a:cubicBezTo>
                  <a:pt x="1387898" y="1164"/>
                  <a:pt x="-10266" y="1369748"/>
                  <a:pt x="1381125" y="0"/>
                </a:cubicBezTo>
                <a:lnTo>
                  <a:pt x="4187825" y="1588"/>
                </a:lnTo>
                <a:lnTo>
                  <a:pt x="4187825" y="4187825"/>
                </a:lnTo>
                <a:lnTo>
                  <a:pt x="3175" y="4187825"/>
                </a:lnTo>
                <a:cubicBezTo>
                  <a:pt x="2117" y="3245908"/>
                  <a:pt x="1058" y="2303992"/>
                  <a:pt x="0" y="1362075"/>
                </a:cubicBezTo>
                <a:close/>
              </a:path>
            </a:pathLst>
          </a:custGeom>
        </p:spPr>
        <p:txBody>
          <a:bodyPr/>
          <a:lstStyle/>
          <a:p>
            <a:endParaRPr lang="en-ID"/>
          </a:p>
        </p:txBody>
      </p:sp>
      <p:sp>
        <p:nvSpPr>
          <p:cNvPr id="6" name="Picture Placeholder 3"/>
          <p:cNvSpPr>
            <a:spLocks noGrp="1"/>
          </p:cNvSpPr>
          <p:nvPr>
            <p:ph type="pic" sz="quarter" idx="16"/>
          </p:nvPr>
        </p:nvSpPr>
        <p:spPr>
          <a:xfrm>
            <a:off x="8691152" y="1456698"/>
            <a:ext cx="2629877" cy="4187825"/>
          </a:xfrm>
          <a:custGeom>
            <a:avLst/>
            <a:gdLst>
              <a:gd name="connsiteX0" fmla="*/ 0 w 4184650"/>
              <a:gd name="connsiteY0" fmla="*/ 0 h 4186237"/>
              <a:gd name="connsiteX1" fmla="*/ 4184650 w 4184650"/>
              <a:gd name="connsiteY1" fmla="*/ 0 h 4186237"/>
              <a:gd name="connsiteX2" fmla="*/ 4184650 w 4184650"/>
              <a:gd name="connsiteY2" fmla="*/ 4186237 h 4186237"/>
              <a:gd name="connsiteX3" fmla="*/ 0 w 4184650"/>
              <a:gd name="connsiteY3" fmla="*/ 4186237 h 4186237"/>
              <a:gd name="connsiteX4" fmla="*/ 0 w 4184650"/>
              <a:gd name="connsiteY4" fmla="*/ 0 h 4186237"/>
              <a:gd name="connsiteX0-1" fmla="*/ 0 w 4184650"/>
              <a:gd name="connsiteY0-2" fmla="*/ 1588 h 4187825"/>
              <a:gd name="connsiteX1-3" fmla="*/ 1377950 w 4184650"/>
              <a:gd name="connsiteY1-4" fmla="*/ 0 h 4187825"/>
              <a:gd name="connsiteX2-5" fmla="*/ 4184650 w 4184650"/>
              <a:gd name="connsiteY2-6" fmla="*/ 1588 h 4187825"/>
              <a:gd name="connsiteX3-7" fmla="*/ 4184650 w 4184650"/>
              <a:gd name="connsiteY3-8" fmla="*/ 4187825 h 4187825"/>
              <a:gd name="connsiteX4-9" fmla="*/ 0 w 4184650"/>
              <a:gd name="connsiteY4-10" fmla="*/ 4187825 h 4187825"/>
              <a:gd name="connsiteX5" fmla="*/ 0 w 4184650"/>
              <a:gd name="connsiteY5" fmla="*/ 1588 h 4187825"/>
              <a:gd name="connsiteX0-11" fmla="*/ 3175 w 4187825"/>
              <a:gd name="connsiteY0-12" fmla="*/ 1588 h 4187825"/>
              <a:gd name="connsiteX1-13" fmla="*/ 1381125 w 4187825"/>
              <a:gd name="connsiteY1-14" fmla="*/ 0 h 4187825"/>
              <a:gd name="connsiteX2-15" fmla="*/ 4187825 w 4187825"/>
              <a:gd name="connsiteY2-16" fmla="*/ 1588 h 4187825"/>
              <a:gd name="connsiteX3-17" fmla="*/ 4187825 w 4187825"/>
              <a:gd name="connsiteY3-18" fmla="*/ 4187825 h 4187825"/>
              <a:gd name="connsiteX4-19" fmla="*/ 3175 w 4187825"/>
              <a:gd name="connsiteY4-20" fmla="*/ 4187825 h 4187825"/>
              <a:gd name="connsiteX5-21" fmla="*/ 0 w 4187825"/>
              <a:gd name="connsiteY5-22" fmla="*/ 1362075 h 4187825"/>
              <a:gd name="connsiteX6" fmla="*/ 3175 w 4187825"/>
              <a:gd name="connsiteY6" fmla="*/ 1588 h 4187825"/>
              <a:gd name="connsiteX0-23" fmla="*/ 0 w 4187825"/>
              <a:gd name="connsiteY0-24" fmla="*/ 1362075 h 4187825"/>
              <a:gd name="connsiteX1-25" fmla="*/ 1381125 w 4187825"/>
              <a:gd name="connsiteY1-26" fmla="*/ 0 h 4187825"/>
              <a:gd name="connsiteX2-27" fmla="*/ 4187825 w 4187825"/>
              <a:gd name="connsiteY2-28" fmla="*/ 1588 h 4187825"/>
              <a:gd name="connsiteX3-29" fmla="*/ 4187825 w 4187825"/>
              <a:gd name="connsiteY3-30" fmla="*/ 4187825 h 4187825"/>
              <a:gd name="connsiteX4-31" fmla="*/ 3175 w 4187825"/>
              <a:gd name="connsiteY4-32" fmla="*/ 4187825 h 4187825"/>
              <a:gd name="connsiteX5-33" fmla="*/ 0 w 4187825"/>
              <a:gd name="connsiteY5-34" fmla="*/ 1362075 h 4187825"/>
              <a:gd name="connsiteX0-35" fmla="*/ 0 w 4187825"/>
              <a:gd name="connsiteY0-36" fmla="*/ 1362075 h 4187825"/>
              <a:gd name="connsiteX1-37" fmla="*/ 1381125 w 4187825"/>
              <a:gd name="connsiteY1-38" fmla="*/ 0 h 4187825"/>
              <a:gd name="connsiteX2-39" fmla="*/ 4187825 w 4187825"/>
              <a:gd name="connsiteY2-40" fmla="*/ 1588 h 4187825"/>
              <a:gd name="connsiteX3-41" fmla="*/ 4187825 w 4187825"/>
              <a:gd name="connsiteY3-42" fmla="*/ 4187825 h 4187825"/>
              <a:gd name="connsiteX4-43" fmla="*/ 3175 w 4187825"/>
              <a:gd name="connsiteY4-44" fmla="*/ 4187825 h 4187825"/>
              <a:gd name="connsiteX5-45" fmla="*/ 0 w 4187825"/>
              <a:gd name="connsiteY5-46" fmla="*/ 1362075 h 4187825"/>
              <a:gd name="connsiteX0-47" fmla="*/ 0 w 4187825"/>
              <a:gd name="connsiteY0-48" fmla="*/ 1362075 h 4187825"/>
              <a:gd name="connsiteX1-49" fmla="*/ 1381125 w 4187825"/>
              <a:gd name="connsiteY1-50" fmla="*/ 0 h 4187825"/>
              <a:gd name="connsiteX2-51" fmla="*/ 4187825 w 4187825"/>
              <a:gd name="connsiteY2-52" fmla="*/ 1588 h 4187825"/>
              <a:gd name="connsiteX3-53" fmla="*/ 4187825 w 4187825"/>
              <a:gd name="connsiteY3-54" fmla="*/ 4187825 h 4187825"/>
              <a:gd name="connsiteX4-55" fmla="*/ 3175 w 4187825"/>
              <a:gd name="connsiteY4-56" fmla="*/ 4187825 h 4187825"/>
              <a:gd name="connsiteX5-57" fmla="*/ 0 w 4187825"/>
              <a:gd name="connsiteY5-58" fmla="*/ 1362075 h 4187825"/>
              <a:gd name="connsiteX0-59" fmla="*/ 0 w 4187825"/>
              <a:gd name="connsiteY0-60" fmla="*/ 1362075 h 4187825"/>
              <a:gd name="connsiteX1-61" fmla="*/ 1381125 w 4187825"/>
              <a:gd name="connsiteY1-62" fmla="*/ 0 h 4187825"/>
              <a:gd name="connsiteX2-63" fmla="*/ 4187825 w 4187825"/>
              <a:gd name="connsiteY2-64" fmla="*/ 1588 h 4187825"/>
              <a:gd name="connsiteX3-65" fmla="*/ 4187825 w 4187825"/>
              <a:gd name="connsiteY3-66" fmla="*/ 4187825 h 4187825"/>
              <a:gd name="connsiteX4-67" fmla="*/ 3175 w 4187825"/>
              <a:gd name="connsiteY4-68" fmla="*/ 4187825 h 4187825"/>
              <a:gd name="connsiteX5-69" fmla="*/ 0 w 4187825"/>
              <a:gd name="connsiteY5-70" fmla="*/ 1362075 h 4187825"/>
              <a:gd name="connsiteX0-71" fmla="*/ 0 w 4187825"/>
              <a:gd name="connsiteY0-72" fmla="*/ 1362075 h 4187825"/>
              <a:gd name="connsiteX1-73" fmla="*/ 1381125 w 4187825"/>
              <a:gd name="connsiteY1-74" fmla="*/ 0 h 4187825"/>
              <a:gd name="connsiteX2-75" fmla="*/ 4187825 w 4187825"/>
              <a:gd name="connsiteY2-76" fmla="*/ 1588 h 4187825"/>
              <a:gd name="connsiteX3-77" fmla="*/ 4187825 w 4187825"/>
              <a:gd name="connsiteY3-78" fmla="*/ 4187825 h 4187825"/>
              <a:gd name="connsiteX4-79" fmla="*/ 3175 w 4187825"/>
              <a:gd name="connsiteY4-80" fmla="*/ 4187825 h 4187825"/>
              <a:gd name="connsiteX5-81" fmla="*/ 0 w 4187825"/>
              <a:gd name="connsiteY5-82" fmla="*/ 1362075 h 41878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4187825" h="4187825">
                <a:moveTo>
                  <a:pt x="0" y="1362075"/>
                </a:moveTo>
                <a:cubicBezTo>
                  <a:pt x="1387898" y="1164"/>
                  <a:pt x="-10266" y="1369748"/>
                  <a:pt x="1381125" y="0"/>
                </a:cubicBezTo>
                <a:lnTo>
                  <a:pt x="4187825" y="1588"/>
                </a:lnTo>
                <a:lnTo>
                  <a:pt x="4187825" y="4187825"/>
                </a:lnTo>
                <a:lnTo>
                  <a:pt x="3175" y="4187825"/>
                </a:lnTo>
                <a:cubicBezTo>
                  <a:pt x="2117" y="3245908"/>
                  <a:pt x="1058" y="2303992"/>
                  <a:pt x="0" y="1362075"/>
                </a:cubicBezTo>
                <a:close/>
              </a:path>
            </a:pathLst>
          </a:custGeom>
        </p:spPr>
        <p:txBody>
          <a:bodyPr/>
          <a:lstStyle/>
          <a:p>
            <a:endParaRPr lang="en-ID"/>
          </a:p>
        </p:txBody>
      </p:sp>
      <p:sp>
        <p:nvSpPr>
          <p:cNvPr id="7" name="Picture Placeholder 3"/>
          <p:cNvSpPr>
            <a:spLocks noGrp="1"/>
          </p:cNvSpPr>
          <p:nvPr>
            <p:ph type="pic" sz="quarter" idx="17"/>
          </p:nvPr>
        </p:nvSpPr>
        <p:spPr>
          <a:xfrm>
            <a:off x="4977005" y="1456698"/>
            <a:ext cx="2629877" cy="4187825"/>
          </a:xfrm>
          <a:custGeom>
            <a:avLst/>
            <a:gdLst>
              <a:gd name="connsiteX0" fmla="*/ 0 w 4184650"/>
              <a:gd name="connsiteY0" fmla="*/ 0 h 4186237"/>
              <a:gd name="connsiteX1" fmla="*/ 4184650 w 4184650"/>
              <a:gd name="connsiteY1" fmla="*/ 0 h 4186237"/>
              <a:gd name="connsiteX2" fmla="*/ 4184650 w 4184650"/>
              <a:gd name="connsiteY2" fmla="*/ 4186237 h 4186237"/>
              <a:gd name="connsiteX3" fmla="*/ 0 w 4184650"/>
              <a:gd name="connsiteY3" fmla="*/ 4186237 h 4186237"/>
              <a:gd name="connsiteX4" fmla="*/ 0 w 4184650"/>
              <a:gd name="connsiteY4" fmla="*/ 0 h 4186237"/>
              <a:gd name="connsiteX0-1" fmla="*/ 0 w 4184650"/>
              <a:gd name="connsiteY0-2" fmla="*/ 1588 h 4187825"/>
              <a:gd name="connsiteX1-3" fmla="*/ 1377950 w 4184650"/>
              <a:gd name="connsiteY1-4" fmla="*/ 0 h 4187825"/>
              <a:gd name="connsiteX2-5" fmla="*/ 4184650 w 4184650"/>
              <a:gd name="connsiteY2-6" fmla="*/ 1588 h 4187825"/>
              <a:gd name="connsiteX3-7" fmla="*/ 4184650 w 4184650"/>
              <a:gd name="connsiteY3-8" fmla="*/ 4187825 h 4187825"/>
              <a:gd name="connsiteX4-9" fmla="*/ 0 w 4184650"/>
              <a:gd name="connsiteY4-10" fmla="*/ 4187825 h 4187825"/>
              <a:gd name="connsiteX5" fmla="*/ 0 w 4184650"/>
              <a:gd name="connsiteY5" fmla="*/ 1588 h 4187825"/>
              <a:gd name="connsiteX0-11" fmla="*/ 3175 w 4187825"/>
              <a:gd name="connsiteY0-12" fmla="*/ 1588 h 4187825"/>
              <a:gd name="connsiteX1-13" fmla="*/ 1381125 w 4187825"/>
              <a:gd name="connsiteY1-14" fmla="*/ 0 h 4187825"/>
              <a:gd name="connsiteX2-15" fmla="*/ 4187825 w 4187825"/>
              <a:gd name="connsiteY2-16" fmla="*/ 1588 h 4187825"/>
              <a:gd name="connsiteX3-17" fmla="*/ 4187825 w 4187825"/>
              <a:gd name="connsiteY3-18" fmla="*/ 4187825 h 4187825"/>
              <a:gd name="connsiteX4-19" fmla="*/ 3175 w 4187825"/>
              <a:gd name="connsiteY4-20" fmla="*/ 4187825 h 4187825"/>
              <a:gd name="connsiteX5-21" fmla="*/ 0 w 4187825"/>
              <a:gd name="connsiteY5-22" fmla="*/ 1362075 h 4187825"/>
              <a:gd name="connsiteX6" fmla="*/ 3175 w 4187825"/>
              <a:gd name="connsiteY6" fmla="*/ 1588 h 4187825"/>
              <a:gd name="connsiteX0-23" fmla="*/ 0 w 4187825"/>
              <a:gd name="connsiteY0-24" fmla="*/ 1362075 h 4187825"/>
              <a:gd name="connsiteX1-25" fmla="*/ 1381125 w 4187825"/>
              <a:gd name="connsiteY1-26" fmla="*/ 0 h 4187825"/>
              <a:gd name="connsiteX2-27" fmla="*/ 4187825 w 4187825"/>
              <a:gd name="connsiteY2-28" fmla="*/ 1588 h 4187825"/>
              <a:gd name="connsiteX3-29" fmla="*/ 4187825 w 4187825"/>
              <a:gd name="connsiteY3-30" fmla="*/ 4187825 h 4187825"/>
              <a:gd name="connsiteX4-31" fmla="*/ 3175 w 4187825"/>
              <a:gd name="connsiteY4-32" fmla="*/ 4187825 h 4187825"/>
              <a:gd name="connsiteX5-33" fmla="*/ 0 w 4187825"/>
              <a:gd name="connsiteY5-34" fmla="*/ 1362075 h 4187825"/>
              <a:gd name="connsiteX0-35" fmla="*/ 0 w 4187825"/>
              <a:gd name="connsiteY0-36" fmla="*/ 1362075 h 4187825"/>
              <a:gd name="connsiteX1-37" fmla="*/ 1381125 w 4187825"/>
              <a:gd name="connsiteY1-38" fmla="*/ 0 h 4187825"/>
              <a:gd name="connsiteX2-39" fmla="*/ 4187825 w 4187825"/>
              <a:gd name="connsiteY2-40" fmla="*/ 1588 h 4187825"/>
              <a:gd name="connsiteX3-41" fmla="*/ 4187825 w 4187825"/>
              <a:gd name="connsiteY3-42" fmla="*/ 4187825 h 4187825"/>
              <a:gd name="connsiteX4-43" fmla="*/ 3175 w 4187825"/>
              <a:gd name="connsiteY4-44" fmla="*/ 4187825 h 4187825"/>
              <a:gd name="connsiteX5-45" fmla="*/ 0 w 4187825"/>
              <a:gd name="connsiteY5-46" fmla="*/ 1362075 h 4187825"/>
              <a:gd name="connsiteX0-47" fmla="*/ 0 w 4187825"/>
              <a:gd name="connsiteY0-48" fmla="*/ 1362075 h 4187825"/>
              <a:gd name="connsiteX1-49" fmla="*/ 1381125 w 4187825"/>
              <a:gd name="connsiteY1-50" fmla="*/ 0 h 4187825"/>
              <a:gd name="connsiteX2-51" fmla="*/ 4187825 w 4187825"/>
              <a:gd name="connsiteY2-52" fmla="*/ 1588 h 4187825"/>
              <a:gd name="connsiteX3-53" fmla="*/ 4187825 w 4187825"/>
              <a:gd name="connsiteY3-54" fmla="*/ 4187825 h 4187825"/>
              <a:gd name="connsiteX4-55" fmla="*/ 3175 w 4187825"/>
              <a:gd name="connsiteY4-56" fmla="*/ 4187825 h 4187825"/>
              <a:gd name="connsiteX5-57" fmla="*/ 0 w 4187825"/>
              <a:gd name="connsiteY5-58" fmla="*/ 1362075 h 4187825"/>
              <a:gd name="connsiteX0-59" fmla="*/ 0 w 4187825"/>
              <a:gd name="connsiteY0-60" fmla="*/ 1362075 h 4187825"/>
              <a:gd name="connsiteX1-61" fmla="*/ 1381125 w 4187825"/>
              <a:gd name="connsiteY1-62" fmla="*/ 0 h 4187825"/>
              <a:gd name="connsiteX2-63" fmla="*/ 4187825 w 4187825"/>
              <a:gd name="connsiteY2-64" fmla="*/ 1588 h 4187825"/>
              <a:gd name="connsiteX3-65" fmla="*/ 4187825 w 4187825"/>
              <a:gd name="connsiteY3-66" fmla="*/ 4187825 h 4187825"/>
              <a:gd name="connsiteX4-67" fmla="*/ 3175 w 4187825"/>
              <a:gd name="connsiteY4-68" fmla="*/ 4187825 h 4187825"/>
              <a:gd name="connsiteX5-69" fmla="*/ 0 w 4187825"/>
              <a:gd name="connsiteY5-70" fmla="*/ 1362075 h 4187825"/>
              <a:gd name="connsiteX0-71" fmla="*/ 0 w 4187825"/>
              <a:gd name="connsiteY0-72" fmla="*/ 1362075 h 4187825"/>
              <a:gd name="connsiteX1-73" fmla="*/ 1381125 w 4187825"/>
              <a:gd name="connsiteY1-74" fmla="*/ 0 h 4187825"/>
              <a:gd name="connsiteX2-75" fmla="*/ 4187825 w 4187825"/>
              <a:gd name="connsiteY2-76" fmla="*/ 1588 h 4187825"/>
              <a:gd name="connsiteX3-77" fmla="*/ 4187825 w 4187825"/>
              <a:gd name="connsiteY3-78" fmla="*/ 4187825 h 4187825"/>
              <a:gd name="connsiteX4-79" fmla="*/ 3175 w 4187825"/>
              <a:gd name="connsiteY4-80" fmla="*/ 4187825 h 4187825"/>
              <a:gd name="connsiteX5-81" fmla="*/ 0 w 4187825"/>
              <a:gd name="connsiteY5-82" fmla="*/ 1362075 h 418782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21" y="connsiteY5-22"/>
              </a:cxn>
            </a:cxnLst>
            <a:rect l="l" t="t" r="r" b="b"/>
            <a:pathLst>
              <a:path w="4187825" h="4187825">
                <a:moveTo>
                  <a:pt x="0" y="1362075"/>
                </a:moveTo>
                <a:cubicBezTo>
                  <a:pt x="1387898" y="1164"/>
                  <a:pt x="-10266" y="1369748"/>
                  <a:pt x="1381125" y="0"/>
                </a:cubicBezTo>
                <a:lnTo>
                  <a:pt x="4187825" y="1588"/>
                </a:lnTo>
                <a:lnTo>
                  <a:pt x="4187825" y="4187825"/>
                </a:lnTo>
                <a:lnTo>
                  <a:pt x="3175" y="4187825"/>
                </a:lnTo>
                <a:cubicBezTo>
                  <a:pt x="2117" y="3245908"/>
                  <a:pt x="1058" y="2303992"/>
                  <a:pt x="0" y="1362075"/>
                </a:cubicBezTo>
                <a:close/>
              </a:path>
            </a:pathLst>
          </a:custGeom>
        </p:spPr>
        <p:txBody>
          <a:bodyPr/>
          <a:lstStyle/>
          <a:p>
            <a:endParaRPr lang="en-ID"/>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5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826908" y="3947206"/>
            <a:ext cx="2538186" cy="1698625"/>
          </a:xfrm>
          <a:prstGeom prst="roundRect">
            <a:avLst/>
          </a:prstGeom>
        </p:spPr>
        <p:txBody>
          <a:bodyPr/>
          <a:lstStyle/>
          <a:p>
            <a:endParaRPr lang="en-ID"/>
          </a:p>
        </p:txBody>
      </p:sp>
      <p:sp>
        <p:nvSpPr>
          <p:cNvPr id="6" name="Picture Placeholder 3"/>
          <p:cNvSpPr>
            <a:spLocks noGrp="1"/>
          </p:cNvSpPr>
          <p:nvPr>
            <p:ph type="pic" sz="quarter" idx="11"/>
          </p:nvPr>
        </p:nvSpPr>
        <p:spPr>
          <a:xfrm>
            <a:off x="1227365" y="3947205"/>
            <a:ext cx="2538186" cy="1698625"/>
          </a:xfrm>
          <a:prstGeom prst="roundRect">
            <a:avLst/>
          </a:prstGeom>
        </p:spPr>
        <p:txBody>
          <a:bodyPr/>
          <a:lstStyle/>
          <a:p>
            <a:endParaRPr lang="en-ID"/>
          </a:p>
        </p:txBody>
      </p:sp>
      <p:sp>
        <p:nvSpPr>
          <p:cNvPr id="7" name="Picture Placeholder 3"/>
          <p:cNvSpPr>
            <a:spLocks noGrp="1"/>
          </p:cNvSpPr>
          <p:nvPr>
            <p:ph type="pic" sz="quarter" idx="12"/>
          </p:nvPr>
        </p:nvSpPr>
        <p:spPr>
          <a:xfrm>
            <a:off x="8426450" y="3947204"/>
            <a:ext cx="2538186" cy="1698625"/>
          </a:xfrm>
          <a:prstGeom prst="roundRect">
            <a:avLst/>
          </a:prstGeom>
        </p:spPr>
        <p:txBody>
          <a:bodyPr/>
          <a:lstStyle/>
          <a:p>
            <a:endParaRPr lang="en-ID"/>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6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5312184" y="894466"/>
            <a:ext cx="2455863" cy="3736657"/>
          </a:xfrm>
          <a:prstGeom prst="rect">
            <a:avLst/>
          </a:prstGeom>
        </p:spPr>
        <p:txBody>
          <a:bodyPr/>
          <a:lstStyle/>
          <a:p>
            <a:endParaRPr lang="en-ID"/>
          </a:p>
        </p:txBody>
      </p:sp>
      <p:sp>
        <p:nvSpPr>
          <p:cNvPr id="4" name="Picture Placeholder 3"/>
          <p:cNvSpPr>
            <a:spLocks noGrp="1"/>
          </p:cNvSpPr>
          <p:nvPr>
            <p:ph type="pic" sz="quarter" idx="11"/>
          </p:nvPr>
        </p:nvSpPr>
        <p:spPr>
          <a:xfrm>
            <a:off x="8747715" y="894466"/>
            <a:ext cx="2455863" cy="3736657"/>
          </a:xfrm>
          <a:prstGeom prst="rect">
            <a:avLst/>
          </a:prstGeom>
        </p:spPr>
        <p:txBody>
          <a:bodyPr/>
          <a:lstStyle/>
          <a:p>
            <a:endParaRPr lang="en-ID"/>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7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1031966" y="953589"/>
            <a:ext cx="3709850" cy="4950824"/>
          </a:xfrm>
          <a:prstGeom prst="rect">
            <a:avLst/>
          </a:prstGeom>
        </p:spPr>
        <p:txBody>
          <a:bodyPr/>
          <a:lstStyle/>
          <a:p>
            <a:endParaRPr lang="en-ID"/>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8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7506743" y="1554480"/>
            <a:ext cx="3648937" cy="3749042"/>
          </a:xfrm>
          <a:prstGeom prst="rect">
            <a:avLst/>
          </a:prstGeom>
        </p:spPr>
        <p:txBody>
          <a:bodyPr/>
          <a:lstStyle/>
          <a:p>
            <a:endParaRPr lang="en-ID"/>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9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2812009" y="906378"/>
            <a:ext cx="3021918" cy="5045244"/>
          </a:xfrm>
          <a:prstGeom prst="rect">
            <a:avLst/>
          </a:prstGeom>
        </p:spPr>
        <p:txBody>
          <a:bodyPr/>
          <a:lstStyle/>
          <a:p>
            <a:endParaRPr lang="en-ID"/>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0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1171258" y="2785403"/>
            <a:ext cx="4376102" cy="3119010"/>
          </a:xfrm>
          <a:prstGeom prst="rect">
            <a:avLst/>
          </a:prstGeom>
        </p:spPr>
        <p:txBody>
          <a:bodyPr/>
          <a:lstStyle/>
          <a:p>
            <a:endParaRPr lang="en-ID"/>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1_Custom Layout">
    <p:spTree>
      <p:nvGrpSpPr>
        <p:cNvPr id="1" name=""/>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2_Custom Layout">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8_Custom Layout">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3_Custom Layout">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4_Custom Layout">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35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1772194" y="1188719"/>
            <a:ext cx="3021918" cy="4376057"/>
          </a:xfrm>
          <a:prstGeom prst="roundRect">
            <a:avLst>
              <a:gd name="adj" fmla="val 5519"/>
            </a:avLst>
          </a:prstGeom>
        </p:spPr>
        <p:txBody>
          <a:bodyPr/>
          <a:lstStyle/>
          <a:p>
            <a:endParaRPr lang="en-ID"/>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6_Custom Layout">
    <p:spTree>
      <p:nvGrpSpPr>
        <p:cNvPr id="1" name=""/>
        <p:cNvGrpSpPr/>
        <p:nvPr/>
      </p:nvGrpSpPr>
      <p:grpSpPr>
        <a:xfrm>
          <a:off x="0" y="0"/>
          <a:ext cx="0" cy="0"/>
          <a:chOff x="0" y="0"/>
          <a:chExt cx="0" cy="0"/>
        </a:xfrm>
      </p:grpSpPr>
      <p:sp>
        <p:nvSpPr>
          <p:cNvPr id="3" name="Picture Placeholder 3"/>
          <p:cNvSpPr>
            <a:spLocks noGrp="1"/>
          </p:cNvSpPr>
          <p:nvPr>
            <p:ph type="pic" sz="quarter" idx="10"/>
          </p:nvPr>
        </p:nvSpPr>
        <p:spPr>
          <a:xfrm>
            <a:off x="2485255" y="3459553"/>
            <a:ext cx="8349206" cy="2898080"/>
          </a:xfrm>
          <a:prstGeom prst="rect">
            <a:avLst/>
          </a:prstGeom>
        </p:spPr>
        <p:txBody>
          <a:bodyPr/>
          <a:lstStyle/>
          <a:p>
            <a:endParaRPr lang="en-ID"/>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7_Custom Layout">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370835" y="313019"/>
            <a:ext cx="11423600" cy="6231962"/>
          </a:xfrm>
          <a:prstGeom prst="rect">
            <a:avLst/>
          </a:prstGeom>
        </p:spPr>
        <p:txBody>
          <a:bodyPr/>
          <a:lstStyle/>
          <a:p>
            <a:endParaRPr lang="en-ID"/>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25CCBA25-EA95-4744-AD43-B15BE090634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0463531-2D09-42CD-8713-92F1728A7156}" type="slidenum">
              <a:rPr lang="en-US" smtClean="0"/>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31F882-E5CB-4B3F-8489-698A4F45ED6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B5A2DE-8A09-4C44-8732-8F1FE282FDCD}" type="slidenum">
              <a:rPr lang="en-US" smtClean="0"/>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3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3"/>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r>
              <a:rPr lang="en-US"/>
              <a:t>Click to edit Master subtitle style</a:t>
            </a:r>
            <a:endParaRPr lang="en-US"/>
          </a:p>
        </p:txBody>
      </p:sp>
      <p:sp>
        <p:nvSpPr>
          <p:cNvPr id="4" name="Rectangle 3"/>
          <p:cNvSpPr>
            <a:spLocks noGrp="1"/>
          </p:cNvSpPr>
          <p:nvPr>
            <p:ph type="sldNum" sz="quarter" idx="10"/>
          </p:nvPr>
        </p:nvSpPr>
        <p:spPr/>
        <p:txBody>
          <a:bodyPr/>
          <a:lstStyle>
            <a:lvl1pPr>
              <a:defRPr/>
            </a:lvl1pPr>
          </a:lstStyle>
          <a:p>
            <a:pPr defTabSz="412750" fontAlgn="base" hangingPunct="0">
              <a:spcBef>
                <a:spcPct val="0"/>
              </a:spcBef>
              <a:spcAft>
                <a:spcPct val="0"/>
              </a:spcAft>
              <a:defRPr/>
            </a:pPr>
            <a:fld id="{F9AEF3A7-0E53-004D-BA1C-AEEFBF9C8FCF}" type="slidenum">
              <a:rPr lang="ru-RU" altLang="ru-RU" smtClean="0">
                <a:solidFill>
                  <a:srgbClr val="000000"/>
                </a:solidFill>
              </a:rPr>
            </a:fld>
            <a:endParaRPr lang="ru-RU" altLang="ru-RU">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3" Type="http://schemas.openxmlformats.org/officeDocument/2006/relationships/theme" Target="../theme/theme1.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rgbClr val="FFFFFF"/>
        </a:solidFill>
        <a:effectLst/>
      </p:bgPr>
    </p:bg>
    <p:spTree>
      <p:nvGrpSpPr>
        <p:cNvPr id="1" name=""/>
        <p:cNvGrpSpPr/>
        <p:nvPr/>
      </p:nvGrpSpPr>
      <p:grpSpPr>
        <a:xfrm>
          <a:off x="0" y="0"/>
          <a:ext cx="0" cy="0"/>
          <a:chOff x="0" y="0"/>
          <a:chExt cx="0" cy="0"/>
        </a:xfrm>
      </p:grpSpPr>
      <p:sp>
        <p:nvSpPr>
          <p:cNvPr id="1025" name="Rectangle 1"/>
          <p:cNvSpPr>
            <a:spLocks noGrp="1"/>
          </p:cNvSpPr>
          <p:nvPr>
            <p:ph type="title"/>
          </p:nvPr>
        </p:nvSpPr>
        <p:spPr bwMode="auto">
          <a:xfrm>
            <a:off x="844550" y="177800"/>
            <a:ext cx="105029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vert="horz" wrap="square" lIns="50800" tIns="50800" rIns="50800" bIns="50800" numCol="1" anchor="ctr" anchorCtr="0" compatLnSpc="1"/>
          <a:lstStyle/>
          <a:p>
            <a:pPr lvl="0"/>
            <a:r>
              <a:rPr lang="x-none" altLang="x-none">
                <a:sym typeface="Helvetica Neue Medium" charset="0"/>
              </a:rPr>
              <a:t>Click to edit Master title style</a:t>
            </a:r>
            <a:endParaRPr lang="x-none" altLang="x-none">
              <a:sym typeface="Helvetica Neue Medium" charset="0"/>
            </a:endParaRPr>
          </a:p>
        </p:txBody>
      </p:sp>
      <p:sp>
        <p:nvSpPr>
          <p:cNvPr id="1026" name="Rectangle 2"/>
          <p:cNvSpPr>
            <a:spLocks noGrp="1"/>
          </p:cNvSpPr>
          <p:nvPr>
            <p:ph type="body" idx="1"/>
          </p:nvPr>
        </p:nvSpPr>
        <p:spPr bwMode="auto">
          <a:xfrm>
            <a:off x="844550" y="1574800"/>
            <a:ext cx="10502900" cy="464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vert="horz" wrap="square" lIns="50800" tIns="50800" rIns="50800" bIns="50800" numCol="1" anchor="ctr" anchorCtr="0" compatLnSpc="1"/>
          <a:lstStyle/>
          <a:p>
            <a:pPr lvl="0"/>
            <a:r>
              <a:rPr lang="x-none" altLang="x-none">
                <a:sym typeface="Helvetica Neue" charset="0"/>
              </a:rPr>
              <a:t>Click to edit Master text styles</a:t>
            </a:r>
            <a:endParaRPr lang="x-none" altLang="x-none">
              <a:sym typeface="Helvetica Neue" charset="0"/>
            </a:endParaRPr>
          </a:p>
          <a:p>
            <a:pPr lvl="1"/>
            <a:r>
              <a:rPr lang="x-none" altLang="x-none">
                <a:sym typeface="Helvetica Neue" charset="0"/>
              </a:rPr>
              <a:t>Second level</a:t>
            </a:r>
            <a:endParaRPr lang="x-none" altLang="x-none">
              <a:sym typeface="Helvetica Neue" charset="0"/>
            </a:endParaRPr>
          </a:p>
          <a:p>
            <a:pPr lvl="2"/>
            <a:r>
              <a:rPr lang="x-none" altLang="x-none">
                <a:sym typeface="Helvetica Neue" charset="0"/>
              </a:rPr>
              <a:t>Third level</a:t>
            </a:r>
            <a:endParaRPr lang="x-none" altLang="x-none">
              <a:sym typeface="Helvetica Neue" charset="0"/>
            </a:endParaRPr>
          </a:p>
          <a:p>
            <a:pPr lvl="3"/>
            <a:r>
              <a:rPr lang="x-none" altLang="x-none">
                <a:sym typeface="Helvetica Neue" charset="0"/>
              </a:rPr>
              <a:t>Fourth level</a:t>
            </a:r>
            <a:endParaRPr lang="x-none" altLang="x-none">
              <a:sym typeface="Helvetica Neue" charset="0"/>
            </a:endParaRPr>
          </a:p>
          <a:p>
            <a:pPr lvl="4"/>
            <a:r>
              <a:rPr lang="x-none" altLang="x-none">
                <a:sym typeface="Helvetica Neue" charset="0"/>
              </a:rPr>
              <a:t>Fifth level</a:t>
            </a:r>
            <a:endParaRPr lang="x-none" altLang="x-none">
              <a:sym typeface="Helvetica Neue" charset="0"/>
            </a:endParaRPr>
          </a:p>
        </p:txBody>
      </p:sp>
      <p:sp>
        <p:nvSpPr>
          <p:cNvPr id="1027" name="Rectangle 3"/>
          <p:cNvSpPr>
            <a:spLocks noGrp="1"/>
          </p:cNvSpPr>
          <p:nvPr>
            <p:ph type="sldNum" sz="quarter" idx="2"/>
          </p:nvPr>
        </p:nvSpPr>
        <p:spPr bwMode="auto">
          <a:xfrm>
            <a:off x="5979319" y="6540500"/>
            <a:ext cx="226219"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vert="horz" wrap="none" lIns="50800" tIns="50800" rIns="50800" bIns="50800" numCol="1" anchor="t" anchorCtr="0" compatLnSpc="1"/>
          <a:lstStyle>
            <a:lvl1pPr algn="ctr" eaLnBrk="1">
              <a:defRPr sz="1200" b="0">
                <a:latin typeface="Helvetica Neue Light" panose="02000503000000020004" pitchFamily="2" charset="0"/>
                <a:ea typeface="Helvetica Neue Light" panose="02000503000000020004" pitchFamily="2" charset="0"/>
                <a:cs typeface="Helvetica Neue Light" panose="02000503000000020004" pitchFamily="2" charset="0"/>
                <a:sym typeface="Helvetica Neue Light" panose="02000503000000020004" pitchFamily="2" charset="0"/>
              </a:defRPr>
            </a:lvl1pPr>
          </a:lstStyle>
          <a:p>
            <a:pPr>
              <a:defRPr/>
            </a:pPr>
            <a:fld id="{C5AADEF0-B835-0848-8426-CB90A11DC414}" type="slidenum">
              <a:rPr lang="ru-RU" altLang="ru-RU"/>
            </a:fld>
            <a:endParaRPr lang="ru-RU" altLang="ru-RU"/>
          </a:p>
        </p:txBody>
      </p:sp>
    </p:spTree>
  </p:cSld>
  <p:clrMap bg1="lt1" tx1="dk1" bg2="lt2" tx2="dk2" accent1="accent1" accent2="accent2" accent3="accent3" accent4="accent4" accent5="accent5" accent6="accent6" hlink="hlink" folHlink="folHlink"/>
  <p:sldLayoutIdLst>
    <p:sldLayoutId id="2147483692" r:id="rId1"/>
  </p:sldLayoutIdLst>
  <p:txStyles>
    <p:titleStyle>
      <a:lvl1pPr algn="ctr" defTabSz="412750" rtl="0" eaLnBrk="0" fontAlgn="base" hangingPunct="0">
        <a:spcBef>
          <a:spcPct val="0"/>
        </a:spcBef>
        <a:spcAft>
          <a:spcPct val="0"/>
        </a:spcAft>
        <a:defRPr sz="5600" kern="1200">
          <a:solidFill>
            <a:srgbClr val="000000"/>
          </a:solidFill>
          <a:latin typeface="+mj-lt"/>
          <a:ea typeface="+mj-ea"/>
          <a:cs typeface="+mj-cs"/>
          <a:sym typeface="Helvetica Neue Medium" charset="0"/>
        </a:defRPr>
      </a:lvl1pPr>
      <a:lvl2pPr algn="ctr" defTabSz="412750" rtl="0" eaLnBrk="0" fontAlgn="base" hangingPunct="0">
        <a:spcBef>
          <a:spcPct val="0"/>
        </a:spcBef>
        <a:spcAft>
          <a:spcPct val="0"/>
        </a:spcAft>
        <a:defRPr sz="5600">
          <a:solidFill>
            <a:srgbClr val="000000"/>
          </a:solidFill>
          <a:latin typeface="Helvetica Neue Medium" charset="0"/>
          <a:ea typeface="Helvetica Neue Medium" charset="0"/>
          <a:cs typeface="Helvetica Neue Medium" charset="0"/>
          <a:sym typeface="Helvetica Neue Medium" charset="0"/>
        </a:defRPr>
      </a:lvl2pPr>
      <a:lvl3pPr algn="ctr" defTabSz="412750" rtl="0" eaLnBrk="0" fontAlgn="base" hangingPunct="0">
        <a:spcBef>
          <a:spcPct val="0"/>
        </a:spcBef>
        <a:spcAft>
          <a:spcPct val="0"/>
        </a:spcAft>
        <a:defRPr sz="5600">
          <a:solidFill>
            <a:srgbClr val="000000"/>
          </a:solidFill>
          <a:latin typeface="Helvetica Neue Medium" charset="0"/>
          <a:ea typeface="Helvetica Neue Medium" charset="0"/>
          <a:cs typeface="Helvetica Neue Medium" charset="0"/>
          <a:sym typeface="Helvetica Neue Medium" charset="0"/>
        </a:defRPr>
      </a:lvl3pPr>
      <a:lvl4pPr algn="ctr" defTabSz="412750" rtl="0" eaLnBrk="0" fontAlgn="base" hangingPunct="0">
        <a:spcBef>
          <a:spcPct val="0"/>
        </a:spcBef>
        <a:spcAft>
          <a:spcPct val="0"/>
        </a:spcAft>
        <a:defRPr sz="5600">
          <a:solidFill>
            <a:srgbClr val="000000"/>
          </a:solidFill>
          <a:latin typeface="Helvetica Neue Medium" charset="0"/>
          <a:ea typeface="Helvetica Neue Medium" charset="0"/>
          <a:cs typeface="Helvetica Neue Medium" charset="0"/>
          <a:sym typeface="Helvetica Neue Medium" charset="0"/>
        </a:defRPr>
      </a:lvl4pPr>
      <a:lvl5pPr algn="ctr" defTabSz="412750" rtl="0" eaLnBrk="0" fontAlgn="base" hangingPunct="0">
        <a:spcBef>
          <a:spcPct val="0"/>
        </a:spcBef>
        <a:spcAft>
          <a:spcPct val="0"/>
        </a:spcAft>
        <a:defRPr sz="5600">
          <a:solidFill>
            <a:srgbClr val="000000"/>
          </a:solidFill>
          <a:latin typeface="Helvetica Neue Medium" charset="0"/>
          <a:ea typeface="Helvetica Neue Medium" charset="0"/>
          <a:cs typeface="Helvetica Neue Medium" charset="0"/>
          <a:sym typeface="Helvetica Neue Medium" charset="0"/>
        </a:defRPr>
      </a:lvl5pPr>
      <a:lvl6pPr marL="228600" algn="ctr" defTabSz="412750" rtl="0" fontAlgn="base" hangingPunct="0">
        <a:spcBef>
          <a:spcPct val="0"/>
        </a:spcBef>
        <a:spcAft>
          <a:spcPct val="0"/>
        </a:spcAft>
        <a:defRPr sz="5600">
          <a:solidFill>
            <a:srgbClr val="000000"/>
          </a:solidFill>
          <a:latin typeface="Helvetica Neue Medium" charset="0"/>
          <a:ea typeface="Helvetica Neue Medium" charset="0"/>
          <a:cs typeface="Helvetica Neue Medium" charset="0"/>
          <a:sym typeface="Helvetica Neue Medium" charset="0"/>
        </a:defRPr>
      </a:lvl6pPr>
      <a:lvl7pPr marL="457200" algn="ctr" defTabSz="412750" rtl="0" fontAlgn="base" hangingPunct="0">
        <a:spcBef>
          <a:spcPct val="0"/>
        </a:spcBef>
        <a:spcAft>
          <a:spcPct val="0"/>
        </a:spcAft>
        <a:defRPr sz="5600">
          <a:solidFill>
            <a:srgbClr val="000000"/>
          </a:solidFill>
          <a:latin typeface="Helvetica Neue Medium" charset="0"/>
          <a:ea typeface="Helvetica Neue Medium" charset="0"/>
          <a:cs typeface="Helvetica Neue Medium" charset="0"/>
          <a:sym typeface="Helvetica Neue Medium" charset="0"/>
        </a:defRPr>
      </a:lvl7pPr>
      <a:lvl8pPr marL="685800" algn="ctr" defTabSz="412750" rtl="0" fontAlgn="base" hangingPunct="0">
        <a:spcBef>
          <a:spcPct val="0"/>
        </a:spcBef>
        <a:spcAft>
          <a:spcPct val="0"/>
        </a:spcAft>
        <a:defRPr sz="5600">
          <a:solidFill>
            <a:srgbClr val="000000"/>
          </a:solidFill>
          <a:latin typeface="Helvetica Neue Medium" charset="0"/>
          <a:ea typeface="Helvetica Neue Medium" charset="0"/>
          <a:cs typeface="Helvetica Neue Medium" charset="0"/>
          <a:sym typeface="Helvetica Neue Medium" charset="0"/>
        </a:defRPr>
      </a:lvl8pPr>
      <a:lvl9pPr marL="914400" algn="ctr" defTabSz="412750" rtl="0" fontAlgn="base" hangingPunct="0">
        <a:spcBef>
          <a:spcPct val="0"/>
        </a:spcBef>
        <a:spcAft>
          <a:spcPct val="0"/>
        </a:spcAft>
        <a:defRPr sz="5600">
          <a:solidFill>
            <a:srgbClr val="000000"/>
          </a:solidFill>
          <a:latin typeface="Helvetica Neue Medium" charset="0"/>
          <a:ea typeface="Helvetica Neue Medium" charset="0"/>
          <a:cs typeface="Helvetica Neue Medium" charset="0"/>
          <a:sym typeface="Helvetica Neue Medium" charset="0"/>
        </a:defRPr>
      </a:lvl9pPr>
    </p:titleStyle>
    <p:bodyStyle>
      <a:lvl1pPr marL="317500" indent="-317500" algn="l" defTabSz="412750" rtl="0" eaLnBrk="0" fontAlgn="base" hangingPunct="0">
        <a:spcBef>
          <a:spcPts val="2950"/>
        </a:spcBef>
        <a:spcAft>
          <a:spcPct val="0"/>
        </a:spcAft>
        <a:buSzPct val="125000"/>
        <a:buChar char="•"/>
        <a:defRPr sz="2600" kern="1200">
          <a:solidFill>
            <a:srgbClr val="000000"/>
          </a:solidFill>
          <a:latin typeface="+mn-lt"/>
          <a:ea typeface="+mn-ea"/>
          <a:cs typeface="+mn-cs"/>
          <a:sym typeface="Helvetica Neue" charset="0"/>
        </a:defRPr>
      </a:lvl1pPr>
      <a:lvl2pPr marL="635000" indent="-317500" algn="l" defTabSz="412750" rtl="0" eaLnBrk="0" fontAlgn="base" hangingPunct="0">
        <a:spcBef>
          <a:spcPts val="2950"/>
        </a:spcBef>
        <a:spcAft>
          <a:spcPct val="0"/>
        </a:spcAft>
        <a:buSzPct val="125000"/>
        <a:buChar char="•"/>
        <a:defRPr sz="2600" kern="1200">
          <a:solidFill>
            <a:srgbClr val="000000"/>
          </a:solidFill>
          <a:latin typeface="+mn-lt"/>
          <a:ea typeface="+mn-ea"/>
          <a:cs typeface="+mn-cs"/>
          <a:sym typeface="Helvetica Neue" charset="0"/>
        </a:defRPr>
      </a:lvl2pPr>
      <a:lvl3pPr marL="952500" indent="-317500" algn="l" defTabSz="412750" rtl="0" eaLnBrk="0" fontAlgn="base" hangingPunct="0">
        <a:spcBef>
          <a:spcPts val="2950"/>
        </a:spcBef>
        <a:spcAft>
          <a:spcPct val="0"/>
        </a:spcAft>
        <a:buSzPct val="125000"/>
        <a:buChar char="•"/>
        <a:defRPr sz="2600" kern="1200">
          <a:solidFill>
            <a:srgbClr val="000000"/>
          </a:solidFill>
          <a:latin typeface="+mn-lt"/>
          <a:ea typeface="+mn-ea"/>
          <a:cs typeface="+mn-cs"/>
          <a:sym typeface="Helvetica Neue" charset="0"/>
        </a:defRPr>
      </a:lvl3pPr>
      <a:lvl4pPr marL="1270000" indent="-317500" algn="l" defTabSz="412750" rtl="0" eaLnBrk="0" fontAlgn="base" hangingPunct="0">
        <a:spcBef>
          <a:spcPts val="2950"/>
        </a:spcBef>
        <a:spcAft>
          <a:spcPct val="0"/>
        </a:spcAft>
        <a:buSzPct val="125000"/>
        <a:buChar char="•"/>
        <a:defRPr sz="2600" kern="1200">
          <a:solidFill>
            <a:srgbClr val="000000"/>
          </a:solidFill>
          <a:latin typeface="+mn-lt"/>
          <a:ea typeface="+mn-ea"/>
          <a:cs typeface="+mn-cs"/>
          <a:sym typeface="Helvetica Neue" charset="0"/>
        </a:defRPr>
      </a:lvl4pPr>
      <a:lvl5pPr marL="1587500" indent="-317500" algn="l" defTabSz="412750" rtl="0" eaLnBrk="0" fontAlgn="base" hangingPunct="0">
        <a:spcBef>
          <a:spcPts val="2950"/>
        </a:spcBef>
        <a:spcAft>
          <a:spcPct val="0"/>
        </a:spcAft>
        <a:buSzPct val="125000"/>
        <a:buChar char="•"/>
        <a:defRPr sz="2600" kern="1200">
          <a:solidFill>
            <a:srgbClr val="000000"/>
          </a:solidFill>
          <a:latin typeface="+mn-lt"/>
          <a:ea typeface="+mn-ea"/>
          <a:cs typeface="+mn-cs"/>
          <a:sym typeface="Helvetica Neue" charset="0"/>
        </a:defRPr>
      </a:lvl5pPr>
      <a:lvl6pPr marL="1257300" indent="-114300" algn="l" defTabSz="457200" rtl="0" eaLnBrk="1" latinLnBrk="0" hangingPunct="1">
        <a:lnSpc>
          <a:spcPct val="90000"/>
        </a:lnSpc>
        <a:spcBef>
          <a:spcPts val="250"/>
        </a:spcBef>
        <a:buFont typeface="Arial" panose="020B0604020202020204"/>
        <a:buChar char="•"/>
        <a:defRPr sz="900" kern="1200">
          <a:solidFill>
            <a:schemeClr val="tx1"/>
          </a:solidFill>
          <a:latin typeface="+mn-lt"/>
          <a:ea typeface="+mn-ea"/>
          <a:cs typeface="+mn-cs"/>
        </a:defRPr>
      </a:lvl6pPr>
      <a:lvl7pPr marL="1485900" indent="-114300" algn="l" defTabSz="457200" rtl="0" eaLnBrk="1" latinLnBrk="0" hangingPunct="1">
        <a:lnSpc>
          <a:spcPct val="90000"/>
        </a:lnSpc>
        <a:spcBef>
          <a:spcPts val="250"/>
        </a:spcBef>
        <a:buFont typeface="Arial" panose="020B0604020202020204"/>
        <a:buChar char="•"/>
        <a:defRPr sz="900" kern="1200">
          <a:solidFill>
            <a:schemeClr val="tx1"/>
          </a:solidFill>
          <a:latin typeface="+mn-lt"/>
          <a:ea typeface="+mn-ea"/>
          <a:cs typeface="+mn-cs"/>
        </a:defRPr>
      </a:lvl7pPr>
      <a:lvl8pPr marL="1714500" indent="-114300" algn="l" defTabSz="457200" rtl="0" eaLnBrk="1" latinLnBrk="0" hangingPunct="1">
        <a:lnSpc>
          <a:spcPct val="90000"/>
        </a:lnSpc>
        <a:spcBef>
          <a:spcPts val="250"/>
        </a:spcBef>
        <a:buFont typeface="Arial" panose="020B0604020202020204"/>
        <a:buChar char="•"/>
        <a:defRPr sz="900" kern="1200">
          <a:solidFill>
            <a:schemeClr val="tx1"/>
          </a:solidFill>
          <a:latin typeface="+mn-lt"/>
          <a:ea typeface="+mn-ea"/>
          <a:cs typeface="+mn-cs"/>
        </a:defRPr>
      </a:lvl8pPr>
      <a:lvl9pPr marL="1943100" indent="-114300" algn="l" defTabSz="457200" rtl="0" eaLnBrk="1" latinLnBrk="0" hangingPunct="1">
        <a:lnSpc>
          <a:spcPct val="90000"/>
        </a:lnSpc>
        <a:spcBef>
          <a:spcPts val="250"/>
        </a:spcBef>
        <a:buFont typeface="Arial" panose="020B0604020202020204"/>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198083" y="2520630"/>
            <a:ext cx="9965699" cy="553085"/>
          </a:xfrm>
          <a:prstGeom prst="rect">
            <a:avLst/>
          </a:prstGeom>
          <a:noFill/>
        </p:spPr>
        <p:txBody>
          <a:bodyPr wrap="square" rtlCol="0" anchor="t">
            <a:spAutoFit/>
          </a:bodyPr>
          <a:lstStyle/>
          <a:p>
            <a:pPr algn="ctr"/>
            <a:r>
              <a:rPr lang="en-US" sz="3000" b="1">
                <a:solidFill>
                  <a:srgbClr val="FF0000"/>
                </a:solidFill>
                <a:effectLst/>
                <a:latin typeface="Times New Roman" panose="02020603050405020304" pitchFamily="18" charset="0"/>
                <a:ea typeface="Times New Roman" panose="02020603050405020304" pitchFamily="18" charset="0"/>
              </a:rPr>
              <a:t>XÂY DỰNG ỨNG DỤNG CHĂM SÓC SỨC KHỎE PD </a:t>
            </a:r>
            <a:endParaRPr lang="en-US" sz="3000" b="1">
              <a:solidFill>
                <a:srgbClr val="FF0000"/>
              </a:solidFill>
              <a:effectLst/>
              <a:latin typeface="Times New Roman" panose="02020603050405020304" pitchFamily="18" charset="0"/>
              <a:ea typeface="Times New Roman" panose="02020603050405020304" pitchFamily="18" charset="0"/>
            </a:endParaRPr>
          </a:p>
        </p:txBody>
      </p:sp>
      <p:sp>
        <p:nvSpPr>
          <p:cNvPr id="5" name="TextBox 4"/>
          <p:cNvSpPr txBox="1"/>
          <p:nvPr/>
        </p:nvSpPr>
        <p:spPr>
          <a:xfrm>
            <a:off x="1198083" y="684134"/>
            <a:ext cx="9965699" cy="1630045"/>
          </a:xfrm>
          <a:prstGeom prst="rect">
            <a:avLst/>
          </a:prstGeom>
          <a:noFill/>
        </p:spPr>
        <p:txBody>
          <a:bodyPr wrap="square" rtlCol="0" anchor="t">
            <a:spAutoFit/>
          </a:bodyPr>
          <a:lstStyle/>
          <a:p>
            <a:pPr algn="ctr"/>
            <a:r>
              <a:rPr lang="en-US" altLang="en-US" sz="2500" b="1">
                <a:effectLst/>
                <a:latin typeface="Times New Roman" panose="02020603050405020304" pitchFamily="18" charset="0"/>
                <a:ea typeface="Times New Roman" panose="02020603050405020304" pitchFamily="18" charset="0"/>
              </a:rPr>
              <a:t>B</a:t>
            </a:r>
            <a:r>
              <a:rPr lang="en-US" altLang="en-US" sz="2500" b="1">
                <a:effectLst/>
                <a:latin typeface="Times New Roman" panose="02020603050405020304" pitchFamily="18" charset="0"/>
                <a:ea typeface="Times New Roman" panose="02020603050405020304" pitchFamily="18" charset="0"/>
              </a:rPr>
              <a:t>Á</a:t>
            </a:r>
            <a:r>
              <a:rPr lang="en-US" altLang="en-US" sz="2500" b="1">
                <a:effectLst/>
                <a:latin typeface="Times New Roman" panose="02020603050405020304" pitchFamily="18" charset="0"/>
                <a:ea typeface="Times New Roman" panose="02020603050405020304" pitchFamily="18" charset="0"/>
              </a:rPr>
              <a:t>O C</a:t>
            </a:r>
            <a:r>
              <a:rPr lang="en-US" altLang="en-US" sz="2500" b="1">
                <a:effectLst/>
                <a:latin typeface="Times New Roman" panose="02020603050405020304" pitchFamily="18" charset="0"/>
                <a:ea typeface="Times New Roman" panose="02020603050405020304" pitchFamily="18" charset="0"/>
              </a:rPr>
              <a:t>Á</a:t>
            </a:r>
            <a:r>
              <a:rPr lang="en-US" altLang="en-US" sz="2500" b="1">
                <a:effectLst/>
                <a:latin typeface="Times New Roman" panose="02020603050405020304" pitchFamily="18" charset="0"/>
                <a:ea typeface="Times New Roman" panose="02020603050405020304" pitchFamily="18" charset="0"/>
              </a:rPr>
              <a:t>O MÔN HỌC</a:t>
            </a:r>
            <a:endParaRPr lang="en-US" altLang="en-US" sz="2500" b="1">
              <a:effectLst/>
              <a:latin typeface="Times New Roman" panose="02020603050405020304" pitchFamily="18" charset="0"/>
              <a:ea typeface="Times New Roman" panose="02020603050405020304" pitchFamily="18" charset="0"/>
            </a:endParaRPr>
          </a:p>
          <a:p>
            <a:pPr algn="ctr"/>
            <a:r>
              <a:rPr lang="en-US" altLang="en-US" sz="2500" b="1">
                <a:effectLst/>
                <a:latin typeface="Times New Roman" panose="02020603050405020304" pitchFamily="18" charset="0"/>
                <a:ea typeface="Times New Roman" panose="02020603050405020304" pitchFamily="18" charset="0"/>
              </a:rPr>
              <a:t>PH</a:t>
            </a:r>
            <a:r>
              <a:rPr lang="en-US" altLang="en-US" sz="2500" b="1">
                <a:effectLst/>
                <a:latin typeface="Times New Roman" panose="02020603050405020304" pitchFamily="18" charset="0"/>
                <a:ea typeface="Times New Roman" panose="02020603050405020304" pitchFamily="18" charset="0"/>
              </a:rPr>
              <a:t>Á</a:t>
            </a:r>
            <a:r>
              <a:rPr lang="en-US" altLang="en-US" sz="2500" b="1">
                <a:effectLst/>
                <a:latin typeface="Times New Roman" panose="02020603050405020304" pitchFamily="18" charset="0"/>
                <a:ea typeface="Times New Roman" panose="02020603050405020304" pitchFamily="18" charset="0"/>
              </a:rPr>
              <a:t>T TRIỂN ỨNG DỤNG DI </a:t>
            </a:r>
            <a:r>
              <a:rPr lang="en-US" altLang="en-US" sz="2500" b="1">
                <a:effectLst/>
                <a:latin typeface="Times New Roman" panose="02020603050405020304" pitchFamily="18" charset="0"/>
                <a:ea typeface="Times New Roman" panose="02020603050405020304" pitchFamily="18" charset="0"/>
              </a:rPr>
              <a:t>Đ</a:t>
            </a:r>
            <a:r>
              <a:rPr lang="en-US" altLang="en-US" sz="2500" b="1">
                <a:effectLst/>
                <a:latin typeface="Times New Roman" panose="02020603050405020304" pitchFamily="18" charset="0"/>
                <a:ea typeface="Times New Roman" panose="02020603050405020304" pitchFamily="18" charset="0"/>
              </a:rPr>
              <a:t>ỘNG</a:t>
            </a:r>
            <a:endParaRPr lang="en-US" altLang="en-US" sz="2500" b="1">
              <a:effectLst/>
              <a:latin typeface="Times New Roman" panose="02020603050405020304" pitchFamily="18" charset="0"/>
              <a:ea typeface="Times New Roman" panose="02020603050405020304" pitchFamily="18" charset="0"/>
            </a:endParaRPr>
          </a:p>
          <a:p>
            <a:pPr algn="ctr"/>
            <a:r>
              <a:rPr lang="en-US" sz="2500" b="1">
                <a:effectLst/>
                <a:latin typeface="Times New Roman" panose="02020603050405020304" pitchFamily="18" charset="0"/>
                <a:ea typeface="Times New Roman" panose="02020603050405020304" pitchFamily="18" charset="0"/>
              </a:rPr>
              <a:t> NĂM HỌC 2025-2026</a:t>
            </a:r>
            <a:endParaRPr lang="en-US" sz="2500">
              <a:effectLst/>
              <a:latin typeface="Times New Roman" panose="02020603050405020304" pitchFamily="18" charset="0"/>
              <a:ea typeface="Times New Roman" panose="02020603050405020304" pitchFamily="18" charset="0"/>
            </a:endParaRPr>
          </a:p>
          <a:p>
            <a:pPr algn="ctr"/>
            <a:r>
              <a:rPr lang="en-US" sz="2500">
                <a:effectLst/>
                <a:latin typeface="Times New Roman" panose="02020603050405020304" pitchFamily="18" charset="0"/>
                <a:ea typeface="Times New Roman" panose="02020603050405020304" pitchFamily="18" charset="0"/>
              </a:rPr>
              <a:t> </a:t>
            </a:r>
            <a:endParaRPr lang="en-US" sz="2500">
              <a:effectLst/>
              <a:latin typeface="Times New Roman" panose="02020603050405020304" pitchFamily="18" charset="0"/>
              <a:ea typeface="Times New Roman" panose="02020603050405020304" pitchFamily="18" charset="0"/>
            </a:endParaRPr>
          </a:p>
        </p:txBody>
      </p:sp>
      <p:sp>
        <p:nvSpPr>
          <p:cNvPr id="6" name="TextBox 5"/>
          <p:cNvSpPr txBox="1"/>
          <p:nvPr/>
        </p:nvSpPr>
        <p:spPr>
          <a:xfrm>
            <a:off x="3570841" y="5011338"/>
            <a:ext cx="5220183" cy="368300"/>
          </a:xfrm>
          <a:prstGeom prst="rect">
            <a:avLst/>
          </a:prstGeom>
          <a:noFill/>
        </p:spPr>
        <p:txBody>
          <a:bodyPr wrap="square" rtlCol="0" anchor="t">
            <a:spAutoFit/>
          </a:bodyPr>
          <a:lstStyle/>
          <a:p>
            <a:pPr indent="990600" algn="just">
              <a:tabLst>
                <a:tab pos="1890395" algn="l"/>
              </a:tabLst>
            </a:pPr>
            <a:r>
              <a:rPr lang="en-US" sz="1800" b="1">
                <a:effectLst/>
                <a:latin typeface="Times New Roman" panose="02020603050405020304" pitchFamily="18" charset="0"/>
                <a:ea typeface="Times New Roman" panose="02020603050405020304" pitchFamily="18" charset="0"/>
              </a:rPr>
              <a:t>GVHD</a:t>
            </a:r>
            <a:r>
              <a:rPr lang="en-US" sz="1800">
                <a:effectLst/>
                <a:latin typeface="Times New Roman" panose="02020603050405020304" pitchFamily="18" charset="0"/>
                <a:ea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rPr>
              <a:t>ThS. Trần Bá Minh Sơn</a:t>
            </a:r>
            <a:endParaRPr lang="en-US" sz="1800" b="1">
              <a:effectLst/>
              <a:latin typeface="Times New Roman" panose="02020603050405020304" pitchFamily="18" charset="0"/>
              <a:ea typeface="Times New Roman" panose="02020603050405020304" pitchFamily="18" charset="0"/>
            </a:endParaRPr>
          </a:p>
        </p:txBody>
      </p:sp>
      <p:sp>
        <p:nvSpPr>
          <p:cNvPr id="8" name="TextBox 7"/>
          <p:cNvSpPr txBox="1"/>
          <p:nvPr/>
        </p:nvSpPr>
        <p:spPr>
          <a:xfrm>
            <a:off x="2397125" y="3673475"/>
            <a:ext cx="8284210" cy="953135"/>
          </a:xfrm>
          <a:prstGeom prst="rect">
            <a:avLst/>
          </a:prstGeom>
          <a:noFill/>
        </p:spPr>
        <p:txBody>
          <a:bodyPr wrap="square" anchor="t">
            <a:spAutoFit/>
          </a:bodyPr>
          <a:lstStyle/>
          <a:p>
            <a:pPr indent="990600" algn="just">
              <a:tabLst>
                <a:tab pos="2340610" algn="l"/>
              </a:tabLst>
            </a:pPr>
            <a:r>
              <a:rPr lang="en-US" sz="2800" b="1">
                <a:effectLst/>
                <a:latin typeface="Times New Roman" panose="02020603050405020304" pitchFamily="18" charset="0"/>
                <a:ea typeface="Times New Roman" panose="02020603050405020304" pitchFamily="18" charset="0"/>
              </a:rPr>
              <a:t>SV/ Nhóm SV</a:t>
            </a:r>
            <a:r>
              <a:rPr lang="en-US" sz="2800">
                <a:effectLst/>
                <a:latin typeface="Times New Roman" panose="02020603050405020304" pitchFamily="18" charset="0"/>
                <a:ea typeface="Times New Roman" panose="02020603050405020304" pitchFamily="18" charset="0"/>
              </a:rPr>
              <a:t>: 	1. Hồ Tuấn Phước </a:t>
            </a:r>
            <a:endParaRPr lang="en-US" sz="2800">
              <a:effectLst/>
              <a:latin typeface="Times New Roman" panose="02020603050405020304" pitchFamily="18" charset="0"/>
              <a:ea typeface="Times New Roman" panose="02020603050405020304" pitchFamily="18" charset="0"/>
            </a:endParaRPr>
          </a:p>
          <a:p>
            <a:pPr indent="990600" algn="just">
              <a:tabLst>
                <a:tab pos="2340610" algn="l"/>
              </a:tabLst>
            </a:pPr>
            <a:r>
              <a:rPr lang="en-US" sz="2800">
                <a:effectLst/>
                <a:latin typeface="Times New Roman" panose="02020603050405020304" pitchFamily="18" charset="0"/>
                <a:ea typeface="Times New Roman" panose="02020603050405020304" pitchFamily="18" charset="0"/>
              </a:rPr>
              <a:t>	</a:t>
            </a:r>
            <a:r>
              <a:rPr lang="en-US" sz="2800">
                <a:latin typeface="Times New Roman" panose="02020603050405020304" pitchFamily="18" charset="0"/>
                <a:ea typeface="Times New Roman" panose="02020603050405020304" pitchFamily="18" charset="0"/>
              </a:rPr>
              <a:t>  		</a:t>
            </a:r>
            <a:r>
              <a:rPr lang="en-US" sz="2800">
                <a:effectLst/>
                <a:latin typeface="Times New Roman" panose="02020603050405020304" pitchFamily="18" charset="0"/>
                <a:ea typeface="Times New Roman" panose="02020603050405020304" pitchFamily="18" charset="0"/>
              </a:rPr>
              <a:t>2. </a:t>
            </a:r>
            <a:r>
              <a:rPr lang="en-US" altLang="en-US" sz="2400">
                <a:effectLst/>
                <a:latin typeface="Times New Roman" panose="02020603050405020304" pitchFamily="18" charset="0"/>
                <a:ea typeface="Times New Roman" panose="02020603050405020304" pitchFamily="18" charset="0"/>
              </a:rPr>
              <a:t>Thái Nguyễn Thiện Duyên</a:t>
            </a:r>
            <a:endParaRPr lang="en-US" altLang="en-US" sz="240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404263" y="755347"/>
            <a:ext cx="10389870" cy="5574030"/>
            <a:chOff x="-348772" y="916712"/>
            <a:chExt cx="10389870" cy="5574030"/>
          </a:xfrm>
        </p:grpSpPr>
        <p:grpSp>
          <p:nvGrpSpPr>
            <p:cNvPr id="22529" name="Группа 5"/>
            <p:cNvGrpSpPr/>
            <p:nvPr/>
          </p:nvGrpSpPr>
          <p:grpSpPr bwMode="auto">
            <a:xfrm>
              <a:off x="-348772" y="916712"/>
              <a:ext cx="9609313" cy="5563191"/>
              <a:chOff x="2366589" y="2369003"/>
              <a:chExt cx="15208524" cy="9293632"/>
            </a:xfrm>
          </p:grpSpPr>
          <p:grpSp>
            <p:nvGrpSpPr>
              <p:cNvPr id="22530" name="Группа 2"/>
              <p:cNvGrpSpPr/>
              <p:nvPr/>
            </p:nvGrpSpPr>
            <p:grpSpPr bwMode="auto">
              <a:xfrm>
                <a:off x="2366589" y="4121150"/>
                <a:ext cx="5521325" cy="5521325"/>
                <a:chOff x="8830136" y="3537274"/>
                <a:chExt cx="6688364" cy="6688364"/>
              </a:xfrm>
            </p:grpSpPr>
            <p:sp>
              <p:nvSpPr>
                <p:cNvPr id="22567" name="Полилиния 52"/>
                <p:cNvSpPr/>
                <p:nvPr/>
              </p:nvSpPr>
              <p:spPr bwMode="auto">
                <a:xfrm>
                  <a:off x="8830136" y="3537274"/>
                  <a:ext cx="6688364" cy="6688364"/>
                </a:xfrm>
                <a:custGeom>
                  <a:avLst/>
                  <a:gdLst>
                    <a:gd name="T0" fmla="*/ 2219051 w 7668212"/>
                    <a:gd name="T1" fmla="*/ 112534 h 7668212"/>
                    <a:gd name="T2" fmla="*/ 112534 w 7668212"/>
                    <a:gd name="T3" fmla="*/ 2219051 h 7668212"/>
                    <a:gd name="T4" fmla="*/ 2219051 w 7668212"/>
                    <a:gd name="T5" fmla="*/ 4325568 h 7668212"/>
                    <a:gd name="T6" fmla="*/ 4325568 w 7668212"/>
                    <a:gd name="T7" fmla="*/ 2219051 h 7668212"/>
                    <a:gd name="T8" fmla="*/ 2219051 w 7668212"/>
                    <a:gd name="T9" fmla="*/ 112534 h 7668212"/>
                    <a:gd name="T10" fmla="*/ 2219051 w 7668212"/>
                    <a:gd name="T11" fmla="*/ 0 h 7668212"/>
                    <a:gd name="T12" fmla="*/ 4438101 w 7668212"/>
                    <a:gd name="T13" fmla="*/ 2219051 h 7668212"/>
                    <a:gd name="T14" fmla="*/ 2219051 w 7668212"/>
                    <a:gd name="T15" fmla="*/ 4438101 h 7668212"/>
                    <a:gd name="T16" fmla="*/ 0 w 7668212"/>
                    <a:gd name="T17" fmla="*/ 2219051 h 7668212"/>
                    <a:gd name="T18" fmla="*/ 2219051 w 7668212"/>
                    <a:gd name="T19" fmla="*/ 0 h 76682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68212" h="7668212">
                      <a:moveTo>
                        <a:pt x="3834106" y="194436"/>
                      </a:moveTo>
                      <a:cubicBezTo>
                        <a:pt x="1823972" y="194436"/>
                        <a:pt x="194436" y="1823972"/>
                        <a:pt x="194436" y="3834106"/>
                      </a:cubicBezTo>
                      <a:cubicBezTo>
                        <a:pt x="194436" y="5844240"/>
                        <a:pt x="1823972" y="7473776"/>
                        <a:pt x="3834106" y="7473776"/>
                      </a:cubicBezTo>
                      <a:cubicBezTo>
                        <a:pt x="5844240" y="7473776"/>
                        <a:pt x="7473776" y="5844240"/>
                        <a:pt x="7473776" y="3834106"/>
                      </a:cubicBezTo>
                      <a:cubicBezTo>
                        <a:pt x="7473776" y="1823972"/>
                        <a:pt x="5844240" y="194436"/>
                        <a:pt x="3834106" y="194436"/>
                      </a:cubicBezTo>
                      <a:close/>
                      <a:moveTo>
                        <a:pt x="3834106" y="0"/>
                      </a:moveTo>
                      <a:cubicBezTo>
                        <a:pt x="5951624" y="0"/>
                        <a:pt x="7668212" y="1716588"/>
                        <a:pt x="7668212" y="3834106"/>
                      </a:cubicBezTo>
                      <a:cubicBezTo>
                        <a:pt x="7668212" y="5951624"/>
                        <a:pt x="5951624" y="7668212"/>
                        <a:pt x="3834106" y="7668212"/>
                      </a:cubicBezTo>
                      <a:cubicBezTo>
                        <a:pt x="1716588" y="7668212"/>
                        <a:pt x="0" y="5951624"/>
                        <a:pt x="0" y="3834106"/>
                      </a:cubicBezTo>
                      <a:cubicBezTo>
                        <a:pt x="0" y="1716588"/>
                        <a:pt x="1716588" y="0"/>
                        <a:pt x="3834106" y="0"/>
                      </a:cubicBezTo>
                      <a:close/>
                    </a:path>
                  </a:pathLst>
                </a:custGeom>
                <a:solidFill>
                  <a:srgbClr val="EFF0F4">
                    <a:alpha val="45097"/>
                  </a:srgbClr>
                </a:solidFill>
                <a:ln>
                  <a:noFill/>
                </a:ln>
                <a:extLst>
                  <a:ext uri="{91240B29-F687-4F45-9708-019B960494DF}">
                    <a14:hiddenLine xmlns:a14="http://schemas.microsoft.com/office/drawing/2010/main" w="25400">
                      <a:solidFill>
                        <a:srgbClr val="000000"/>
                      </a:solidFill>
                      <a:prstDash val="solid"/>
                      <a:miter lim="400000"/>
                      <a:headEnd type="none" w="med" len="med"/>
                      <a:tailEnd type="none" w="med" len="med"/>
                    </a14:hiddenLine>
                  </a:ext>
                </a:extLst>
              </p:spPr>
              <p:txBody>
                <a:bodyPr lIns="0" tIns="0" rIns="0" bIns="0" anchor="ctr"/>
                <a:lstStyle/>
                <a:p>
                  <a:pPr defTabSz="412750" eaLnBrk="0" fontAlgn="base" hangingPunct="0">
                    <a:spcBef>
                      <a:spcPct val="0"/>
                    </a:spcBef>
                    <a:spcAft>
                      <a:spcPct val="0"/>
                    </a:spcAft>
                  </a:pPr>
                  <a:endParaRPr 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grpSp>
              <p:nvGrpSpPr>
                <p:cNvPr id="22568" name="Группа 6"/>
                <p:cNvGrpSpPr/>
                <p:nvPr/>
              </p:nvGrpSpPr>
              <p:grpSpPr bwMode="auto">
                <a:xfrm>
                  <a:off x="9512794" y="4204010"/>
                  <a:ext cx="5322807" cy="5321280"/>
                  <a:chOff x="8680805" y="3378586"/>
                  <a:chExt cx="7669076" cy="7666877"/>
                </a:xfrm>
              </p:grpSpPr>
              <p:sp>
                <p:nvSpPr>
                  <p:cNvPr id="22583" name="Полилиния 44"/>
                  <p:cNvSpPr/>
                  <p:nvPr/>
                </p:nvSpPr>
                <p:spPr bwMode="auto">
                  <a:xfrm>
                    <a:off x="8680805" y="3378586"/>
                    <a:ext cx="7669076" cy="7666877"/>
                  </a:xfrm>
                  <a:custGeom>
                    <a:avLst/>
                    <a:gdLst>
                      <a:gd name="T0" fmla="*/ 3834106 w 7668212"/>
                      <a:gd name="T1" fmla="*/ 194436 h 7668212"/>
                      <a:gd name="T2" fmla="*/ 194436 w 7668212"/>
                      <a:gd name="T3" fmla="*/ 3834106 h 7668212"/>
                      <a:gd name="T4" fmla="*/ 3834106 w 7668212"/>
                      <a:gd name="T5" fmla="*/ 7473776 h 7668212"/>
                      <a:gd name="T6" fmla="*/ 7473776 w 7668212"/>
                      <a:gd name="T7" fmla="*/ 3834106 h 7668212"/>
                      <a:gd name="T8" fmla="*/ 3834106 w 7668212"/>
                      <a:gd name="T9" fmla="*/ 194436 h 7668212"/>
                      <a:gd name="T10" fmla="*/ 3834106 w 7668212"/>
                      <a:gd name="T11" fmla="*/ 0 h 7668212"/>
                      <a:gd name="T12" fmla="*/ 7668212 w 7668212"/>
                      <a:gd name="T13" fmla="*/ 3834106 h 7668212"/>
                      <a:gd name="T14" fmla="*/ 3834106 w 7668212"/>
                      <a:gd name="T15" fmla="*/ 7668212 h 7668212"/>
                      <a:gd name="T16" fmla="*/ 0 w 7668212"/>
                      <a:gd name="T17" fmla="*/ 3834106 h 7668212"/>
                      <a:gd name="T18" fmla="*/ 3834106 w 7668212"/>
                      <a:gd name="T19" fmla="*/ 0 h 76682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668212" h="7668212">
                        <a:moveTo>
                          <a:pt x="3834106" y="194436"/>
                        </a:moveTo>
                        <a:cubicBezTo>
                          <a:pt x="1823972" y="194436"/>
                          <a:pt x="194436" y="1823972"/>
                          <a:pt x="194436" y="3834106"/>
                        </a:cubicBezTo>
                        <a:cubicBezTo>
                          <a:pt x="194436" y="5844240"/>
                          <a:pt x="1823972" y="7473776"/>
                          <a:pt x="3834106" y="7473776"/>
                        </a:cubicBezTo>
                        <a:cubicBezTo>
                          <a:pt x="5844240" y="7473776"/>
                          <a:pt x="7473776" y="5844240"/>
                          <a:pt x="7473776" y="3834106"/>
                        </a:cubicBezTo>
                        <a:cubicBezTo>
                          <a:pt x="7473776" y="1823972"/>
                          <a:pt x="5844240" y="194436"/>
                          <a:pt x="3834106" y="194436"/>
                        </a:cubicBezTo>
                        <a:close/>
                        <a:moveTo>
                          <a:pt x="3834106" y="0"/>
                        </a:moveTo>
                        <a:cubicBezTo>
                          <a:pt x="5951624" y="0"/>
                          <a:pt x="7668212" y="1716588"/>
                          <a:pt x="7668212" y="3834106"/>
                        </a:cubicBezTo>
                        <a:cubicBezTo>
                          <a:pt x="7668212" y="5951624"/>
                          <a:pt x="5951624" y="7668212"/>
                          <a:pt x="3834106" y="7668212"/>
                        </a:cubicBezTo>
                        <a:cubicBezTo>
                          <a:pt x="1716588" y="7668212"/>
                          <a:pt x="0" y="5951624"/>
                          <a:pt x="0" y="3834106"/>
                        </a:cubicBezTo>
                        <a:cubicBezTo>
                          <a:pt x="0" y="1716588"/>
                          <a:pt x="1716588" y="0"/>
                          <a:pt x="3834106" y="0"/>
                        </a:cubicBezTo>
                        <a:close/>
                      </a:path>
                    </a:pathLst>
                  </a:custGeom>
                  <a:solidFill>
                    <a:srgbClr val="FF013D"/>
                  </a:solidFill>
                  <a:ln w="25400" cap="flat" cmpd="sng">
                    <a:noFill/>
                    <a:prstDash val="solid"/>
                    <a:miter lim="400000"/>
                    <a:headEnd type="none" w="med" len="med"/>
                    <a:tailEnd type="none" w="med" len="med"/>
                  </a:ln>
                </p:spPr>
                <p:txBody>
                  <a:bodyPr lIns="0" tIns="0" rIns="0" bIns="0" anchor="ctr"/>
                  <a:lstStyle/>
                  <a:p>
                    <a:pPr defTabSz="412750" eaLnBrk="0" fontAlgn="base" hangingPunct="0">
                      <a:spcBef>
                        <a:spcPct val="0"/>
                      </a:spcBef>
                      <a:spcAft>
                        <a:spcPct val="0"/>
                      </a:spcAft>
                      <a:defRPr/>
                    </a:pPr>
                    <a:endParaRPr 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46" name="Text Box 27"/>
                  <p:cNvSpPr txBox="1"/>
                  <p:nvPr/>
                </p:nvSpPr>
                <p:spPr bwMode="auto">
                  <a:xfrm>
                    <a:off x="8980033" y="6533876"/>
                    <a:ext cx="7070620" cy="1403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25400" tIns="25400" rIns="25400" bIns="25400" anchor="ctr">
                    <a:spAutoFit/>
                  </a:bodyPr>
                  <a:lstStyle/>
                  <a:p>
                    <a:pPr algn="ctr" defTabSz="412750" fontAlgn="base" hangingPunct="0">
                      <a:spcBef>
                        <a:spcPct val="0"/>
                      </a:spcBef>
                      <a:spcAft>
                        <a:spcPct val="0"/>
                      </a:spcAft>
                      <a:defRPr/>
                    </a:pPr>
                    <a:r>
                      <a:rPr lang="vi-VN" altLang="x-none" sz="2800">
                        <a:solidFill>
                          <a:srgbClr val="555B64"/>
                        </a:solidFill>
                        <a:latin typeface="Times New Roman" panose="02020603050405020304" pitchFamily="18" charset="0"/>
                        <a:ea typeface="Impact" panose="020B0806030902050204" charset="0"/>
                        <a:cs typeface="Times New Roman" panose="02020603050405020304" pitchFamily="18" charset="0"/>
                        <a:sym typeface="Helvetica Neue" charset="0"/>
                      </a:rPr>
                      <a:t>Nội Dung</a:t>
                    </a:r>
                    <a:endParaRPr lang="vi-VN" altLang="x-none" sz="2800">
                      <a:solidFill>
                        <a:srgbClr val="555B64"/>
                      </a:solidFill>
                      <a:latin typeface="Times New Roman" panose="02020603050405020304" pitchFamily="18" charset="0"/>
                      <a:ea typeface="Impact" panose="020B0806030902050204" charset="0"/>
                      <a:cs typeface="Times New Roman" panose="02020603050405020304" pitchFamily="18" charset="0"/>
                      <a:sym typeface="Helvetica Neue" charset="0"/>
                    </a:endParaRPr>
                  </a:p>
                </p:txBody>
              </p:sp>
            </p:grpSp>
          </p:grpSp>
          <p:sp>
            <p:nvSpPr>
              <p:cNvPr id="13" name="Полилиния 12"/>
              <p:cNvSpPr/>
              <p:nvPr/>
            </p:nvSpPr>
            <p:spPr bwMode="auto">
              <a:xfrm rot="20681416">
                <a:off x="6917967" y="3712427"/>
                <a:ext cx="4457038" cy="719225"/>
              </a:xfrm>
              <a:custGeom>
                <a:avLst/>
                <a:gdLst>
                  <a:gd name="T0" fmla="*/ 0 w 2117558"/>
                  <a:gd name="T1" fmla="*/ 1180800 h 1179094"/>
                  <a:gd name="T2" fmla="*/ 986236 w 2117558"/>
                  <a:gd name="T3" fmla="*/ 192784 h 1179094"/>
                  <a:gd name="T4" fmla="*/ 1371109 w 2117558"/>
                  <a:gd name="T5" fmla="*/ 0 h 1179094"/>
                  <a:gd name="T6" fmla="*/ 2116800 w 2117558"/>
                  <a:gd name="T7" fmla="*/ 0 h 117909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7558" h="1179094">
                    <a:moveTo>
                      <a:pt x="0" y="1179094"/>
                    </a:moveTo>
                    <a:lnTo>
                      <a:pt x="986589" y="192505"/>
                    </a:lnTo>
                    <a:cubicBezTo>
                      <a:pt x="1075897" y="111610"/>
                      <a:pt x="1187507" y="8412"/>
                      <a:pt x="1371600" y="0"/>
                    </a:cubicBezTo>
                    <a:lnTo>
                      <a:pt x="2117558" y="0"/>
                    </a:lnTo>
                  </a:path>
                </a:pathLst>
              </a:custGeom>
              <a:noFill/>
              <a:ln w="25400" cap="flat" cmpd="sng">
                <a:solidFill>
                  <a:srgbClr val="BFC5CE"/>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lIns="0" tIns="0" rIns="0" bIns="0" anchor="ctr">
                <a:spAutoFit/>
              </a:bodyPr>
              <a:lstStyle/>
              <a:p>
                <a:pPr defTabSz="412750" eaLnBrk="0" fontAlgn="base" hangingPunct="0">
                  <a:spcBef>
                    <a:spcPct val="0"/>
                  </a:spcBef>
                  <a:spcAft>
                    <a:spcPct val="0"/>
                  </a:spcAft>
                  <a:defRPr/>
                </a:pPr>
                <a:endParaRPr 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22563" name="Скругленный прямоугольник 139"/>
              <p:cNvSpPr>
                <a:spLocks noChangeArrowheads="1"/>
              </p:cNvSpPr>
              <p:nvPr/>
            </p:nvSpPr>
            <p:spPr bwMode="auto">
              <a:xfrm>
                <a:off x="11129816" y="2369003"/>
                <a:ext cx="6445297" cy="1029859"/>
              </a:xfrm>
              <a:prstGeom prst="roundRect">
                <a:avLst>
                  <a:gd name="adj" fmla="val 50000"/>
                </a:avLst>
              </a:prstGeom>
              <a:solidFill>
                <a:srgbClr val="C00000"/>
              </a:solidFill>
              <a:ln w="25400" algn="ctr">
                <a:noFill/>
                <a:miter lim="400000"/>
              </a:ln>
            </p:spPr>
            <p:txBody>
              <a:bodyPr wrap="square" lIns="0" tIns="0" rIns="0" bIns="0" anchor="ctr">
                <a:spAutoFit/>
              </a:bodyPr>
              <a:lstStyle/>
              <a:p>
                <a:pPr algn="ctr" defTabSz="412750" fontAlgn="base" hangingPunct="0">
                  <a:spcBef>
                    <a:spcPct val="0"/>
                  </a:spcBef>
                  <a:spcAft>
                    <a:spcPct val="0"/>
                  </a:spcAft>
                </a:pPr>
                <a:endParaRPr lang="ru-RU" alt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144" name="Полилиния 143"/>
              <p:cNvSpPr/>
              <p:nvPr/>
            </p:nvSpPr>
            <p:spPr bwMode="auto">
              <a:xfrm rot="1095169" flipV="1">
                <a:off x="5177490" y="9823995"/>
                <a:ext cx="3795393" cy="719225"/>
              </a:xfrm>
              <a:custGeom>
                <a:avLst/>
                <a:gdLst>
                  <a:gd name="T0" fmla="*/ 0 w 2117558"/>
                  <a:gd name="T1" fmla="*/ 1180800 h 1179094"/>
                  <a:gd name="T2" fmla="*/ 986236 w 2117558"/>
                  <a:gd name="T3" fmla="*/ 192784 h 1179094"/>
                  <a:gd name="T4" fmla="*/ 1371109 w 2117558"/>
                  <a:gd name="T5" fmla="*/ 0 h 1179094"/>
                  <a:gd name="T6" fmla="*/ 2116800 w 2117558"/>
                  <a:gd name="T7" fmla="*/ 0 h 117909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7558" h="1179094">
                    <a:moveTo>
                      <a:pt x="0" y="1179094"/>
                    </a:moveTo>
                    <a:lnTo>
                      <a:pt x="986589" y="192505"/>
                    </a:lnTo>
                    <a:cubicBezTo>
                      <a:pt x="1075897" y="111610"/>
                      <a:pt x="1187507" y="8412"/>
                      <a:pt x="1371600" y="0"/>
                    </a:cubicBezTo>
                    <a:lnTo>
                      <a:pt x="2117558" y="0"/>
                    </a:lnTo>
                  </a:path>
                </a:pathLst>
              </a:custGeom>
              <a:noFill/>
              <a:ln w="25400" cap="flat" cmpd="sng">
                <a:solidFill>
                  <a:srgbClr val="BFC5CE"/>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lIns="0" tIns="0" rIns="0" bIns="0" anchor="ctr">
                <a:spAutoFit/>
              </a:bodyPr>
              <a:lstStyle/>
              <a:p>
                <a:pPr defTabSz="412750" eaLnBrk="0" fontAlgn="base" hangingPunct="0">
                  <a:spcBef>
                    <a:spcPct val="0"/>
                  </a:spcBef>
                  <a:spcAft>
                    <a:spcPct val="0"/>
                  </a:spcAft>
                  <a:defRPr/>
                </a:pPr>
                <a:endParaRPr 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166" name="Полилиния 165"/>
              <p:cNvSpPr/>
              <p:nvPr/>
            </p:nvSpPr>
            <p:spPr bwMode="auto">
              <a:xfrm rot="21061260">
                <a:off x="7682932" y="5325235"/>
                <a:ext cx="3524122" cy="719225"/>
              </a:xfrm>
              <a:custGeom>
                <a:avLst/>
                <a:gdLst>
                  <a:gd name="T0" fmla="*/ 0 w 2117558"/>
                  <a:gd name="T1" fmla="*/ 1180800 h 1179094"/>
                  <a:gd name="T2" fmla="*/ 986236 w 2117558"/>
                  <a:gd name="T3" fmla="*/ 192784 h 1179094"/>
                  <a:gd name="T4" fmla="*/ 1371109 w 2117558"/>
                  <a:gd name="T5" fmla="*/ 0 h 1179094"/>
                  <a:gd name="T6" fmla="*/ 2116800 w 2117558"/>
                  <a:gd name="T7" fmla="*/ 0 h 1179094"/>
                  <a:gd name="T8" fmla="*/ 0 60000 65536"/>
                  <a:gd name="T9" fmla="*/ 0 60000 65536"/>
                  <a:gd name="T10" fmla="*/ 0 60000 65536"/>
                  <a:gd name="T11" fmla="*/ 0 60000 65536"/>
                  <a:gd name="connsiteX0" fmla="*/ 0 w 1787368"/>
                  <a:gd name="connsiteY0" fmla="*/ 857672 h 857672"/>
                  <a:gd name="connsiteX1" fmla="*/ 656399 w 1787368"/>
                  <a:gd name="connsiteY1" fmla="*/ 192505 h 857672"/>
                  <a:gd name="connsiteX2" fmla="*/ 1041410 w 1787368"/>
                  <a:gd name="connsiteY2" fmla="*/ 0 h 857672"/>
                  <a:gd name="connsiteX3" fmla="*/ 1787368 w 1787368"/>
                  <a:gd name="connsiteY3" fmla="*/ 0 h 857672"/>
                </a:gdLst>
                <a:ahLst/>
                <a:cxnLst>
                  <a:cxn ang="0">
                    <a:pos x="connsiteX0" y="connsiteY0"/>
                  </a:cxn>
                  <a:cxn ang="0">
                    <a:pos x="connsiteX1" y="connsiteY1"/>
                  </a:cxn>
                  <a:cxn ang="0">
                    <a:pos x="connsiteX2" y="connsiteY2"/>
                  </a:cxn>
                  <a:cxn ang="0">
                    <a:pos x="connsiteX3" y="connsiteY3"/>
                  </a:cxn>
                </a:cxnLst>
                <a:rect l="l" t="t" r="r" b="b"/>
                <a:pathLst>
                  <a:path w="1787368" h="857672">
                    <a:moveTo>
                      <a:pt x="0" y="857672"/>
                    </a:moveTo>
                    <a:cubicBezTo>
                      <a:pt x="328863" y="528809"/>
                      <a:pt x="327536" y="521368"/>
                      <a:pt x="656399" y="192505"/>
                    </a:cubicBezTo>
                    <a:cubicBezTo>
                      <a:pt x="745707" y="111610"/>
                      <a:pt x="857317" y="8412"/>
                      <a:pt x="1041410" y="0"/>
                    </a:cubicBezTo>
                    <a:lnTo>
                      <a:pt x="1787368" y="0"/>
                    </a:lnTo>
                  </a:path>
                </a:pathLst>
              </a:custGeom>
              <a:noFill/>
              <a:ln w="25400" cap="flat" cmpd="sng">
                <a:solidFill>
                  <a:srgbClr val="BFC5CE"/>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spAutoFit/>
              </a:bodyPr>
              <a:lstStyle/>
              <a:p>
                <a:pPr defTabSz="412750" eaLnBrk="0" fontAlgn="base" hangingPunct="0">
                  <a:spcBef>
                    <a:spcPct val="0"/>
                  </a:spcBef>
                  <a:spcAft>
                    <a:spcPct val="0"/>
                  </a:spcAft>
                  <a:defRPr/>
                </a:pPr>
                <a:endParaRPr 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167" name="Полилиния 166"/>
              <p:cNvSpPr/>
              <p:nvPr/>
            </p:nvSpPr>
            <p:spPr bwMode="auto">
              <a:xfrm rot="20493103" flipV="1">
                <a:off x="7643249" y="7251775"/>
                <a:ext cx="3316441" cy="719225"/>
              </a:xfrm>
              <a:custGeom>
                <a:avLst/>
                <a:gdLst>
                  <a:gd name="T0" fmla="*/ 0 w 2117558"/>
                  <a:gd name="T1" fmla="*/ 1180800 h 1179094"/>
                  <a:gd name="T2" fmla="*/ 986236 w 2117558"/>
                  <a:gd name="T3" fmla="*/ 192784 h 1179094"/>
                  <a:gd name="T4" fmla="*/ 1371109 w 2117558"/>
                  <a:gd name="T5" fmla="*/ 0 h 1179094"/>
                  <a:gd name="T6" fmla="*/ 2116800 w 2117558"/>
                  <a:gd name="T7" fmla="*/ 0 h 1179094"/>
                  <a:gd name="T8" fmla="*/ 0 60000 65536"/>
                  <a:gd name="T9" fmla="*/ 0 60000 65536"/>
                  <a:gd name="T10" fmla="*/ 0 60000 65536"/>
                  <a:gd name="T11" fmla="*/ 0 60000 65536"/>
                  <a:gd name="connsiteX0" fmla="*/ 0 w 1787368"/>
                  <a:gd name="connsiteY0" fmla="*/ 857672 h 857672"/>
                  <a:gd name="connsiteX1" fmla="*/ 656399 w 1787368"/>
                  <a:gd name="connsiteY1" fmla="*/ 192505 h 857672"/>
                  <a:gd name="connsiteX2" fmla="*/ 1041410 w 1787368"/>
                  <a:gd name="connsiteY2" fmla="*/ 0 h 857672"/>
                  <a:gd name="connsiteX3" fmla="*/ 1787368 w 1787368"/>
                  <a:gd name="connsiteY3" fmla="*/ 0 h 857672"/>
                </a:gdLst>
                <a:ahLst/>
                <a:cxnLst>
                  <a:cxn ang="0">
                    <a:pos x="connsiteX0" y="connsiteY0"/>
                  </a:cxn>
                  <a:cxn ang="0">
                    <a:pos x="connsiteX1" y="connsiteY1"/>
                  </a:cxn>
                  <a:cxn ang="0">
                    <a:pos x="connsiteX2" y="connsiteY2"/>
                  </a:cxn>
                  <a:cxn ang="0">
                    <a:pos x="connsiteX3" y="connsiteY3"/>
                  </a:cxn>
                </a:cxnLst>
                <a:rect l="l" t="t" r="r" b="b"/>
                <a:pathLst>
                  <a:path w="1787368" h="857672">
                    <a:moveTo>
                      <a:pt x="0" y="857672"/>
                    </a:moveTo>
                    <a:cubicBezTo>
                      <a:pt x="328863" y="528809"/>
                      <a:pt x="327536" y="521368"/>
                      <a:pt x="656399" y="192505"/>
                    </a:cubicBezTo>
                    <a:cubicBezTo>
                      <a:pt x="745707" y="111610"/>
                      <a:pt x="857317" y="8412"/>
                      <a:pt x="1041410" y="0"/>
                    </a:cubicBezTo>
                    <a:lnTo>
                      <a:pt x="1787368" y="0"/>
                    </a:lnTo>
                  </a:path>
                </a:pathLst>
              </a:custGeom>
              <a:noFill/>
              <a:ln w="25400" cap="flat" cmpd="sng">
                <a:solidFill>
                  <a:srgbClr val="BFC5CE"/>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lIns="0" tIns="0" rIns="0" bIns="0" anchor="ctr">
                <a:spAutoFit/>
              </a:bodyPr>
              <a:lstStyle/>
              <a:p>
                <a:pPr defTabSz="412750" eaLnBrk="0" fontAlgn="base" hangingPunct="0">
                  <a:spcBef>
                    <a:spcPct val="0"/>
                  </a:spcBef>
                  <a:spcAft>
                    <a:spcPct val="0"/>
                  </a:spcAft>
                  <a:defRPr/>
                </a:pPr>
                <a:endParaRPr 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22543" name="Овал 8"/>
              <p:cNvSpPr>
                <a:spLocks noChangeArrowheads="1"/>
              </p:cNvSpPr>
              <p:nvPr/>
            </p:nvSpPr>
            <p:spPr bwMode="auto">
              <a:xfrm>
                <a:off x="6873756" y="8251660"/>
                <a:ext cx="200025" cy="985573"/>
              </a:xfrm>
              <a:prstGeom prst="ellipse">
                <a:avLst/>
              </a:prstGeom>
              <a:solidFill>
                <a:srgbClr val="BFC5CE"/>
              </a:solidFill>
              <a:ln>
                <a:noFill/>
              </a:ln>
              <a:extLst>
                <a:ext uri="{91240B29-F687-4F45-9708-019B960494DF}">
                  <a14:hiddenLine xmlns:a14="http://schemas.microsoft.com/office/drawing/2010/main" w="25400">
                    <a:solidFill>
                      <a:srgbClr val="000000"/>
                    </a:solidFill>
                    <a:miter lim="400000"/>
                    <a:headEnd/>
                    <a:tailEnd/>
                  </a14:hiddenLine>
                </a:ext>
              </a:extLst>
            </p:spPr>
            <p:txBody>
              <a:bodyPr lIns="0" tIns="0" rIns="0" bIns="0" anchor="ctr">
                <a:spAutoFit/>
              </a:bodyPr>
              <a:lstStyle/>
              <a:p>
                <a:pPr algn="ctr" defTabSz="412750" fontAlgn="base" hangingPunct="0">
                  <a:spcBef>
                    <a:spcPct val="0"/>
                  </a:spcBef>
                  <a:spcAft>
                    <a:spcPct val="0"/>
                  </a:spcAft>
                </a:pPr>
                <a:endParaRPr lang="ru-RU" alt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22544" name="Овал 8"/>
              <p:cNvSpPr>
                <a:spLocks noChangeArrowheads="1"/>
              </p:cNvSpPr>
              <p:nvPr/>
            </p:nvSpPr>
            <p:spPr bwMode="auto">
              <a:xfrm>
                <a:off x="7511065" y="7184861"/>
                <a:ext cx="200025" cy="985573"/>
              </a:xfrm>
              <a:prstGeom prst="ellipse">
                <a:avLst/>
              </a:prstGeom>
              <a:solidFill>
                <a:srgbClr val="BFC5CE"/>
              </a:solidFill>
              <a:ln>
                <a:noFill/>
              </a:ln>
              <a:extLst>
                <a:ext uri="{91240B29-F687-4F45-9708-019B960494DF}">
                  <a14:hiddenLine xmlns:a14="http://schemas.microsoft.com/office/drawing/2010/main" w="25400">
                    <a:solidFill>
                      <a:srgbClr val="000000"/>
                    </a:solidFill>
                    <a:miter lim="400000"/>
                    <a:headEnd/>
                    <a:tailEnd/>
                  </a14:hiddenLine>
                </a:ext>
              </a:extLst>
            </p:spPr>
            <p:txBody>
              <a:bodyPr lIns="0" tIns="0" rIns="0" bIns="0" anchor="ctr">
                <a:spAutoFit/>
              </a:bodyPr>
              <a:lstStyle/>
              <a:p>
                <a:pPr algn="ctr" defTabSz="412750" fontAlgn="base" hangingPunct="0">
                  <a:spcBef>
                    <a:spcPct val="0"/>
                  </a:spcBef>
                  <a:spcAft>
                    <a:spcPct val="0"/>
                  </a:spcAft>
                </a:pPr>
                <a:endParaRPr lang="ru-RU" alt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22545" name="Овал 8"/>
              <p:cNvSpPr>
                <a:spLocks noChangeArrowheads="1"/>
              </p:cNvSpPr>
              <p:nvPr/>
            </p:nvSpPr>
            <p:spPr bwMode="auto">
              <a:xfrm>
                <a:off x="7538774" y="5674713"/>
                <a:ext cx="200025" cy="985573"/>
              </a:xfrm>
              <a:prstGeom prst="ellipse">
                <a:avLst/>
              </a:prstGeom>
              <a:solidFill>
                <a:srgbClr val="BFC5CE"/>
              </a:solidFill>
              <a:ln>
                <a:noFill/>
              </a:ln>
              <a:extLst>
                <a:ext uri="{91240B29-F687-4F45-9708-019B960494DF}">
                  <a14:hiddenLine xmlns:a14="http://schemas.microsoft.com/office/drawing/2010/main" w="25400">
                    <a:solidFill>
                      <a:srgbClr val="000000"/>
                    </a:solidFill>
                    <a:miter lim="400000"/>
                    <a:headEnd/>
                    <a:tailEnd/>
                  </a14:hiddenLine>
                </a:ext>
              </a:extLst>
            </p:spPr>
            <p:txBody>
              <a:bodyPr lIns="0" tIns="0" rIns="0" bIns="0" anchor="ctr">
                <a:spAutoFit/>
              </a:bodyPr>
              <a:lstStyle/>
              <a:p>
                <a:pPr algn="ctr" defTabSz="412750" fontAlgn="base" hangingPunct="0">
                  <a:spcBef>
                    <a:spcPct val="0"/>
                  </a:spcBef>
                  <a:spcAft>
                    <a:spcPct val="0"/>
                  </a:spcAft>
                </a:pPr>
                <a:endParaRPr lang="ru-RU" alt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22546" name="Овал 8"/>
              <p:cNvSpPr>
                <a:spLocks noChangeArrowheads="1"/>
              </p:cNvSpPr>
              <p:nvPr/>
            </p:nvSpPr>
            <p:spPr bwMode="auto">
              <a:xfrm>
                <a:off x="6901465" y="4580206"/>
                <a:ext cx="200025" cy="985572"/>
              </a:xfrm>
              <a:prstGeom prst="ellipse">
                <a:avLst/>
              </a:prstGeom>
              <a:solidFill>
                <a:srgbClr val="BFC5CE"/>
              </a:solidFill>
              <a:ln>
                <a:noFill/>
              </a:ln>
              <a:extLst>
                <a:ext uri="{91240B29-F687-4F45-9708-019B960494DF}">
                  <a14:hiddenLine xmlns:a14="http://schemas.microsoft.com/office/drawing/2010/main" w="25400">
                    <a:solidFill>
                      <a:srgbClr val="000000"/>
                    </a:solidFill>
                    <a:miter lim="400000"/>
                    <a:headEnd/>
                    <a:tailEnd/>
                  </a14:hiddenLine>
                </a:ext>
              </a:extLst>
            </p:spPr>
            <p:txBody>
              <a:bodyPr lIns="0" tIns="0" rIns="0" bIns="0" anchor="ctr">
                <a:spAutoFit/>
              </a:bodyPr>
              <a:lstStyle/>
              <a:p>
                <a:pPr algn="ctr" defTabSz="412750" fontAlgn="base" hangingPunct="0">
                  <a:spcBef>
                    <a:spcPct val="0"/>
                  </a:spcBef>
                  <a:spcAft>
                    <a:spcPct val="0"/>
                  </a:spcAft>
                </a:pPr>
                <a:endParaRPr lang="ru-RU" alt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7" name="Скругленный прямоугольник 139"/>
              <p:cNvSpPr>
                <a:spLocks noChangeArrowheads="1"/>
              </p:cNvSpPr>
              <p:nvPr/>
            </p:nvSpPr>
            <p:spPr bwMode="auto">
              <a:xfrm>
                <a:off x="10959690" y="4522906"/>
                <a:ext cx="4473210" cy="1037193"/>
              </a:xfrm>
              <a:prstGeom prst="roundRect">
                <a:avLst>
                  <a:gd name="adj" fmla="val 50000"/>
                </a:avLst>
              </a:prstGeom>
              <a:solidFill>
                <a:srgbClr val="C00000"/>
              </a:solidFill>
              <a:ln w="25400" algn="ctr">
                <a:noFill/>
                <a:miter lim="400000"/>
              </a:ln>
            </p:spPr>
            <p:txBody>
              <a:bodyPr wrap="square" lIns="0" tIns="0" rIns="0" bIns="0" anchor="ctr">
                <a:spAutoFit/>
              </a:bodyPr>
              <a:lstStyle/>
              <a:p>
                <a:pPr algn="ctr" defTabSz="412750" fontAlgn="base" hangingPunct="0">
                  <a:spcBef>
                    <a:spcPct val="0"/>
                  </a:spcBef>
                  <a:spcAft>
                    <a:spcPct val="0"/>
                  </a:spcAft>
                </a:pPr>
                <a:endParaRPr lang="ru-RU" alt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8" name="Скругленный прямоугольник 139"/>
              <p:cNvSpPr>
                <a:spLocks noChangeArrowheads="1"/>
              </p:cNvSpPr>
              <p:nvPr/>
            </p:nvSpPr>
            <p:spPr bwMode="auto">
              <a:xfrm>
                <a:off x="10831750" y="6503846"/>
                <a:ext cx="5731546" cy="1024019"/>
              </a:xfrm>
              <a:prstGeom prst="roundRect">
                <a:avLst>
                  <a:gd name="adj" fmla="val 50000"/>
                </a:avLst>
              </a:prstGeom>
              <a:solidFill>
                <a:srgbClr val="C00000"/>
              </a:solidFill>
              <a:ln w="25400" algn="ctr">
                <a:noFill/>
                <a:miter lim="400000"/>
              </a:ln>
            </p:spPr>
            <p:txBody>
              <a:bodyPr wrap="square" lIns="0" tIns="0" rIns="0" bIns="0" anchor="ctr">
                <a:spAutoFit/>
              </a:bodyPr>
              <a:lstStyle/>
              <a:p>
                <a:pPr algn="ctr" defTabSz="412750" fontAlgn="base" hangingPunct="0">
                  <a:spcBef>
                    <a:spcPct val="0"/>
                  </a:spcBef>
                  <a:spcAft>
                    <a:spcPct val="0"/>
                  </a:spcAft>
                </a:pPr>
                <a:endParaRPr lang="ru-RU" alt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9" name="Скругленный прямоугольник 139"/>
              <p:cNvSpPr>
                <a:spLocks noChangeArrowheads="1"/>
              </p:cNvSpPr>
              <p:nvPr/>
            </p:nvSpPr>
            <p:spPr bwMode="auto">
              <a:xfrm>
                <a:off x="8983545" y="10645471"/>
                <a:ext cx="4907442" cy="1017164"/>
              </a:xfrm>
              <a:prstGeom prst="roundRect">
                <a:avLst>
                  <a:gd name="adj" fmla="val 50000"/>
                </a:avLst>
              </a:prstGeom>
              <a:solidFill>
                <a:srgbClr val="C00000"/>
              </a:solidFill>
              <a:ln w="25400" algn="ctr">
                <a:noFill/>
                <a:miter lim="400000"/>
              </a:ln>
            </p:spPr>
            <p:txBody>
              <a:bodyPr wrap="square" lIns="0" tIns="0" rIns="0" bIns="0" anchor="ctr">
                <a:spAutoFit/>
              </a:bodyPr>
              <a:lstStyle/>
              <a:p>
                <a:pPr algn="ctr" defTabSz="412750" fontAlgn="base" hangingPunct="0">
                  <a:spcBef>
                    <a:spcPct val="0"/>
                  </a:spcBef>
                  <a:spcAft>
                    <a:spcPct val="0"/>
                  </a:spcAft>
                </a:pPr>
                <a:endParaRPr lang="ru-RU" alt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24" name="Полилиния 166"/>
              <p:cNvSpPr/>
              <p:nvPr/>
            </p:nvSpPr>
            <p:spPr bwMode="auto">
              <a:xfrm flipV="1">
                <a:off x="7030954" y="8622616"/>
                <a:ext cx="3006475" cy="719225"/>
              </a:xfrm>
              <a:custGeom>
                <a:avLst/>
                <a:gdLst>
                  <a:gd name="T0" fmla="*/ 0 w 2117558"/>
                  <a:gd name="T1" fmla="*/ 1180800 h 1179094"/>
                  <a:gd name="T2" fmla="*/ 986236 w 2117558"/>
                  <a:gd name="T3" fmla="*/ 192784 h 1179094"/>
                  <a:gd name="T4" fmla="*/ 1371109 w 2117558"/>
                  <a:gd name="T5" fmla="*/ 0 h 1179094"/>
                  <a:gd name="T6" fmla="*/ 2116800 w 2117558"/>
                  <a:gd name="T7" fmla="*/ 0 h 1179094"/>
                  <a:gd name="T8" fmla="*/ 0 60000 65536"/>
                  <a:gd name="T9" fmla="*/ 0 60000 65536"/>
                  <a:gd name="T10" fmla="*/ 0 60000 65536"/>
                  <a:gd name="T11" fmla="*/ 0 60000 65536"/>
                  <a:gd name="connsiteX0" fmla="*/ 0 w 1787368"/>
                  <a:gd name="connsiteY0" fmla="*/ 857672 h 857672"/>
                  <a:gd name="connsiteX1" fmla="*/ 656399 w 1787368"/>
                  <a:gd name="connsiteY1" fmla="*/ 192505 h 857672"/>
                  <a:gd name="connsiteX2" fmla="*/ 1041410 w 1787368"/>
                  <a:gd name="connsiteY2" fmla="*/ 0 h 857672"/>
                  <a:gd name="connsiteX3" fmla="*/ 1787368 w 1787368"/>
                  <a:gd name="connsiteY3" fmla="*/ 0 h 857672"/>
                </a:gdLst>
                <a:ahLst/>
                <a:cxnLst>
                  <a:cxn ang="0">
                    <a:pos x="connsiteX0" y="connsiteY0"/>
                  </a:cxn>
                  <a:cxn ang="0">
                    <a:pos x="connsiteX1" y="connsiteY1"/>
                  </a:cxn>
                  <a:cxn ang="0">
                    <a:pos x="connsiteX2" y="connsiteY2"/>
                  </a:cxn>
                  <a:cxn ang="0">
                    <a:pos x="connsiteX3" y="connsiteY3"/>
                  </a:cxn>
                </a:cxnLst>
                <a:rect l="l" t="t" r="r" b="b"/>
                <a:pathLst>
                  <a:path w="1787368" h="857672">
                    <a:moveTo>
                      <a:pt x="0" y="857672"/>
                    </a:moveTo>
                    <a:cubicBezTo>
                      <a:pt x="328863" y="528809"/>
                      <a:pt x="327536" y="521368"/>
                      <a:pt x="656399" y="192505"/>
                    </a:cubicBezTo>
                    <a:cubicBezTo>
                      <a:pt x="745707" y="111610"/>
                      <a:pt x="857317" y="8412"/>
                      <a:pt x="1041410" y="0"/>
                    </a:cubicBezTo>
                    <a:lnTo>
                      <a:pt x="1787368" y="0"/>
                    </a:lnTo>
                  </a:path>
                </a:pathLst>
              </a:custGeom>
              <a:noFill/>
              <a:ln w="25400" cap="flat" cmpd="sng">
                <a:solidFill>
                  <a:srgbClr val="BFC5CE"/>
                </a:solidFill>
                <a:prstDash val="solid"/>
                <a:miter lim="400000"/>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square" lIns="0" tIns="0" rIns="0" bIns="0" anchor="ctr">
                <a:spAutoFit/>
              </a:bodyPr>
              <a:lstStyle/>
              <a:p>
                <a:pPr defTabSz="412750" eaLnBrk="0" fontAlgn="base" hangingPunct="0">
                  <a:spcBef>
                    <a:spcPct val="0"/>
                  </a:spcBef>
                  <a:spcAft>
                    <a:spcPct val="0"/>
                  </a:spcAft>
                  <a:defRPr/>
                </a:pPr>
                <a:endParaRPr 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sp>
            <p:nvSpPr>
              <p:cNvPr id="25" name="Скругленный прямоугольник 139"/>
              <p:cNvSpPr>
                <a:spLocks noChangeArrowheads="1"/>
              </p:cNvSpPr>
              <p:nvPr/>
            </p:nvSpPr>
            <p:spPr bwMode="auto">
              <a:xfrm>
                <a:off x="10116187" y="8699442"/>
                <a:ext cx="5315474" cy="1017129"/>
              </a:xfrm>
              <a:prstGeom prst="roundRect">
                <a:avLst>
                  <a:gd name="adj" fmla="val 50000"/>
                </a:avLst>
              </a:prstGeom>
              <a:solidFill>
                <a:srgbClr val="C00000"/>
              </a:solidFill>
              <a:ln w="25400" algn="ctr">
                <a:noFill/>
                <a:miter lim="400000"/>
              </a:ln>
            </p:spPr>
            <p:txBody>
              <a:bodyPr wrap="square" lIns="0" tIns="0" rIns="0" bIns="0" anchor="ctr">
                <a:spAutoFit/>
              </a:bodyPr>
              <a:lstStyle/>
              <a:p>
                <a:pPr algn="ctr" defTabSz="412750" fontAlgn="base" hangingPunct="0">
                  <a:spcBef>
                    <a:spcPct val="0"/>
                  </a:spcBef>
                  <a:spcAft>
                    <a:spcPct val="0"/>
                  </a:spcAft>
                </a:pPr>
                <a:r>
                  <a:rPr lang="en-US" sz="2800">
                    <a:solidFill>
                      <a:schemeClr val="bg1"/>
                    </a:solidFill>
                    <a:latin typeface="Times New Roman" panose="02020603050405020304" pitchFamily="18" charset="0"/>
                    <a:cs typeface="Times New Roman" panose="02020603050405020304" pitchFamily="18" charset="0"/>
                  </a:rPr>
                  <a:t>4. Thiết kế hệ thống </a:t>
                </a:r>
                <a:endParaRPr lang="ru-RU" altLang="ru-RU" sz="2800">
                  <a:solidFill>
                    <a:schemeClr val="bg1"/>
                  </a:solidFill>
                  <a:latin typeface="Times New Roman" panose="02020603050405020304" pitchFamily="18" charset="0"/>
                  <a:cs typeface="Times New Roman" panose="02020603050405020304" pitchFamily="18" charset="0"/>
                  <a:sym typeface="Helvetica Neue" charset="0"/>
                </a:endParaRPr>
              </a:p>
            </p:txBody>
          </p:sp>
          <p:sp>
            <p:nvSpPr>
              <p:cNvPr id="26" name="Овал 8"/>
              <p:cNvSpPr>
                <a:spLocks noChangeArrowheads="1"/>
              </p:cNvSpPr>
              <p:nvPr/>
            </p:nvSpPr>
            <p:spPr bwMode="auto">
              <a:xfrm>
                <a:off x="5325514" y="8922563"/>
                <a:ext cx="200025" cy="982746"/>
              </a:xfrm>
              <a:prstGeom prst="ellipse">
                <a:avLst/>
              </a:prstGeom>
              <a:solidFill>
                <a:srgbClr val="BFC5CE"/>
              </a:solidFill>
              <a:ln>
                <a:noFill/>
              </a:ln>
              <a:extLst>
                <a:ext uri="{91240B29-F687-4F45-9708-019B960494DF}">
                  <a14:hiddenLine xmlns:a14="http://schemas.microsoft.com/office/drawing/2010/main" w="25400">
                    <a:solidFill>
                      <a:srgbClr val="000000"/>
                    </a:solidFill>
                    <a:miter lim="400000"/>
                    <a:headEnd/>
                    <a:tailEnd/>
                  </a14:hiddenLine>
                </a:ext>
              </a:extLst>
            </p:spPr>
            <p:txBody>
              <a:bodyPr lIns="0" tIns="0" rIns="0" bIns="0" anchor="ctr">
                <a:spAutoFit/>
              </a:bodyPr>
              <a:lstStyle/>
              <a:p>
                <a:pPr algn="ctr" defTabSz="412750" fontAlgn="base" hangingPunct="0">
                  <a:spcBef>
                    <a:spcPct val="0"/>
                  </a:spcBef>
                  <a:spcAft>
                    <a:spcPct val="0"/>
                  </a:spcAft>
                </a:pPr>
                <a:endParaRPr lang="ru-RU" altLang="ru-RU" sz="2800" b="1">
                  <a:solidFill>
                    <a:srgbClr val="000000"/>
                  </a:solidFill>
                  <a:latin typeface="Times New Roman" panose="02020603050405020304" pitchFamily="18" charset="0"/>
                  <a:cs typeface="Times New Roman" panose="02020603050405020304" pitchFamily="18" charset="0"/>
                  <a:sym typeface="Helvetica Neue" charset="0"/>
                </a:endParaRPr>
              </a:p>
            </p:txBody>
          </p:sp>
        </p:grpSp>
        <p:sp>
          <p:nvSpPr>
            <p:cNvPr id="10" name="TextBox 9"/>
            <p:cNvSpPr txBox="1"/>
            <p:nvPr/>
          </p:nvSpPr>
          <p:spPr>
            <a:xfrm>
              <a:off x="5196683" y="1003707"/>
              <a:ext cx="4844415" cy="521970"/>
            </a:xfrm>
            <a:prstGeom prst="rect">
              <a:avLst/>
            </a:prstGeom>
            <a:noFill/>
          </p:spPr>
          <p:txBody>
            <a:bodyPr wrap="square" rtlCol="0">
              <a:spAutoFit/>
            </a:bodyPr>
            <a:lstStyle/>
            <a:p>
              <a:r>
                <a:rPr lang="vi-VN" sz="2800">
                  <a:solidFill>
                    <a:schemeClr val="bg1"/>
                  </a:solidFill>
                  <a:latin typeface="Times New Roman" panose="02020603050405020304" pitchFamily="18" charset="0"/>
                  <a:cs typeface="Times New Roman" panose="02020603050405020304" pitchFamily="18" charset="0"/>
                </a:rPr>
                <a:t> 1 . </a:t>
              </a:r>
              <a:r>
                <a:rPr lang="en-US" sz="2800">
                  <a:solidFill>
                    <a:schemeClr val="bg1"/>
                  </a:solidFill>
                  <a:latin typeface="Times New Roman" panose="02020603050405020304" pitchFamily="18" charset="0"/>
                  <a:cs typeface="Times New Roman" panose="02020603050405020304" pitchFamily="18" charset="0"/>
                </a:rPr>
                <a:t>Tính cấp thiết của đề tài</a:t>
              </a:r>
              <a:endParaRPr lang="vi-VN" sz="2800">
                <a:solidFill>
                  <a:schemeClr val="bg1"/>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4999833" y="2294662"/>
              <a:ext cx="3328670" cy="521970"/>
            </a:xfrm>
            <a:prstGeom prst="rect">
              <a:avLst/>
            </a:prstGeom>
            <a:noFill/>
          </p:spPr>
          <p:txBody>
            <a:bodyPr wrap="square" rtlCol="0">
              <a:spAutoFit/>
            </a:bodyPr>
            <a:lstStyle/>
            <a:p>
              <a:r>
                <a:rPr lang="vi-VN" sz="2800">
                  <a:solidFill>
                    <a:schemeClr val="bg1"/>
                  </a:solidFill>
                  <a:latin typeface="Times New Roman" panose="02020603050405020304" pitchFamily="18" charset="0"/>
                  <a:cs typeface="Times New Roman" panose="02020603050405020304" pitchFamily="18" charset="0"/>
                </a:rPr>
                <a:t>2 . </a:t>
              </a:r>
              <a:r>
                <a:rPr lang="en-US" sz="2800">
                  <a:solidFill>
                    <a:schemeClr val="bg1"/>
                  </a:solidFill>
                  <a:latin typeface="Times New Roman" panose="02020603050405020304" pitchFamily="18" charset="0"/>
                  <a:cs typeface="Times New Roman" panose="02020603050405020304" pitchFamily="18" charset="0"/>
                </a:rPr>
                <a:t>Mục tiêu đề tài</a:t>
              </a:r>
              <a:endParaRPr lang="vi-VN" sz="2800">
                <a:solidFill>
                  <a:schemeClr val="bg1"/>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5126833" y="3431312"/>
              <a:ext cx="3494405" cy="953135"/>
            </a:xfrm>
            <a:prstGeom prst="rect">
              <a:avLst/>
            </a:prstGeom>
            <a:noFill/>
          </p:spPr>
          <p:txBody>
            <a:bodyPr wrap="square" rtlCol="0">
              <a:spAutoFit/>
            </a:bodyPr>
            <a:lstStyle>
              <a:defPPr>
                <a:defRPr lang="en-US"/>
              </a:defPPr>
              <a:lvl1pPr>
                <a:defRPr>
                  <a:solidFill>
                    <a:schemeClr val="bg1"/>
                  </a:solidFill>
                  <a:latin typeface="Montserrat Black" pitchFamily="2" charset="-93"/>
                </a:defRPr>
              </a:lvl1pPr>
            </a:lstStyle>
            <a:p>
              <a:r>
                <a:rPr lang="vi-VN" sz="2800">
                  <a:latin typeface="Times New Roman" panose="02020603050405020304" pitchFamily="18" charset="0"/>
                  <a:cs typeface="Times New Roman" panose="02020603050405020304" pitchFamily="18" charset="0"/>
                </a:rPr>
                <a:t>3</a:t>
              </a:r>
              <a:r>
                <a:rPr lang="en-US" sz="2800">
                  <a:latin typeface="Times New Roman" panose="02020603050405020304" pitchFamily="18" charset="0"/>
                  <a:cs typeface="Times New Roman" panose="02020603050405020304" pitchFamily="18" charset="0"/>
                </a:rPr>
                <a:t>.</a:t>
              </a:r>
              <a:r>
                <a:rPr lang="vi-VN" sz="2800">
                  <a:latin typeface="Times New Roman" panose="02020603050405020304" pitchFamily="18" charset="0"/>
                  <a:cs typeface="Times New Roman" panose="02020603050405020304" pitchFamily="18" charset="0"/>
                </a:rPr>
                <a:t> </a:t>
              </a:r>
              <a:r>
                <a:rPr lang="en-US" altLang="vi-VN" sz="2800">
                  <a:latin typeface="Times New Roman" panose="02020603050405020304" pitchFamily="18" charset="0"/>
                  <a:cs typeface="Times New Roman" panose="02020603050405020304" pitchFamily="18" charset="0"/>
                </a:rPr>
                <a:t>Công nghệ sử dụng</a:t>
              </a:r>
              <a:endParaRPr lang="en-US" sz="2800">
                <a:latin typeface="Times New Roman" panose="02020603050405020304" pitchFamily="18" charset="0"/>
                <a:cs typeface="Times New Roman" panose="02020603050405020304" pitchFamily="18" charset="0"/>
              </a:endParaRPr>
            </a:p>
            <a:p>
              <a:endParaRPr lang="vi-VN" sz="2800">
                <a:latin typeface="Times New Roman" panose="02020603050405020304" pitchFamily="18" charset="0"/>
                <a:cs typeface="Times New Roman" panose="02020603050405020304" pitchFamily="18" charset="0"/>
              </a:endParaRPr>
            </a:p>
          </p:txBody>
        </p:sp>
        <p:sp>
          <p:nvSpPr>
            <p:cNvPr id="14" name="TextBox 13"/>
            <p:cNvSpPr txBox="1"/>
            <p:nvPr/>
          </p:nvSpPr>
          <p:spPr>
            <a:xfrm>
              <a:off x="3934938" y="5968772"/>
              <a:ext cx="3549015" cy="521970"/>
            </a:xfrm>
            <a:prstGeom prst="rect">
              <a:avLst/>
            </a:prstGeom>
            <a:noFill/>
          </p:spPr>
          <p:txBody>
            <a:bodyPr wrap="square" rtlCol="0">
              <a:spAutoFit/>
            </a:bodyPr>
            <a:lstStyle/>
            <a:p>
              <a:r>
                <a:rPr lang="en-US" sz="2800">
                  <a:solidFill>
                    <a:schemeClr val="bg1"/>
                  </a:solidFill>
                  <a:latin typeface="Times New Roman" panose="02020603050405020304" pitchFamily="18" charset="0"/>
                  <a:cs typeface="Times New Roman" panose="02020603050405020304" pitchFamily="18" charset="0"/>
                </a:rPr>
                <a:t>5</a:t>
              </a:r>
              <a:r>
                <a:rPr lang="vi-VN" sz="2800">
                  <a:solidFill>
                    <a:schemeClr val="bg1"/>
                  </a:solidFill>
                  <a:latin typeface="Times New Roman" panose="02020603050405020304" pitchFamily="18" charset="0"/>
                  <a:cs typeface="Times New Roman" panose="02020603050405020304" pitchFamily="18" charset="0"/>
                </a:rPr>
                <a:t>.</a:t>
              </a:r>
              <a:r>
                <a:rPr lang="en-US" altLang="vi-VN" sz="2800">
                  <a:solidFill>
                    <a:schemeClr val="bg1"/>
                  </a:solidFill>
                  <a:latin typeface="Times New Roman" panose="02020603050405020304" pitchFamily="18" charset="0"/>
                  <a:cs typeface="Times New Roman" panose="02020603050405020304" pitchFamily="18" charset="0"/>
                </a:rPr>
                <a:t> </a:t>
              </a:r>
              <a:r>
                <a:rPr lang="en-US" sz="2800">
                  <a:solidFill>
                    <a:schemeClr val="bg1"/>
                  </a:solidFill>
                  <a:latin typeface="Times New Roman" panose="02020603050405020304" pitchFamily="18" charset="0"/>
                  <a:cs typeface="Times New Roman" panose="02020603050405020304" pitchFamily="18" charset="0"/>
                  <a:sym typeface="+mn-ea"/>
                </a:rPr>
                <a:t>Demo sản phẩm</a:t>
              </a:r>
              <a:r>
                <a:rPr lang="vi-VN" sz="2800">
                  <a:solidFill>
                    <a:schemeClr val="bg1"/>
                  </a:solidFill>
                  <a:latin typeface="Times New Roman" panose="02020603050405020304" pitchFamily="18" charset="0"/>
                  <a:cs typeface="Times New Roman" panose="02020603050405020304" pitchFamily="18" charset="0"/>
                </a:rPr>
                <a:t> </a:t>
              </a:r>
              <a:endParaRPr lang="vi-VN" sz="2800">
                <a:solidFill>
                  <a:schemeClr val="bg1"/>
                </a:solidFill>
                <a:latin typeface="Times New Roman" panose="02020603050405020304" pitchFamily="18" charset="0"/>
                <a:cs typeface="Times New Roman" panose="02020603050405020304" pitchFamily="18" charset="0"/>
              </a:endParaRPr>
            </a:p>
          </p:txBody>
        </p:sp>
      </p:gr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0314" y="0"/>
            <a:ext cx="76611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p:cNvSpPr txBox="1"/>
          <p:nvPr/>
        </p:nvSpPr>
        <p:spPr>
          <a:xfrm>
            <a:off x="154329" y="234114"/>
            <a:ext cx="5071004" cy="584775"/>
          </a:xfrm>
          <a:prstGeom prst="rect">
            <a:avLst/>
          </a:prstGeom>
          <a:noFill/>
        </p:spPr>
        <p:txBody>
          <a:bodyPr wrap="none" rtlCol="0">
            <a:spAutoFit/>
          </a:bodyPr>
          <a:lstStyle/>
          <a:p>
            <a:r>
              <a:rPr lang="vi-VN" sz="3200" b="1" i="1" spc="100">
                <a:solidFill>
                  <a:srgbClr val="FF0000"/>
                </a:solidFill>
                <a:ea typeface="Open Sans ExtraBold" panose="020B0906030804020204" pitchFamily="34" charset="0"/>
                <a:cs typeface="Arial" panose="020B0604020202020204" pitchFamily="34" charset="0"/>
              </a:rPr>
              <a:t>1.</a:t>
            </a:r>
            <a:r>
              <a:rPr lang="en-US" sz="3200" b="1" i="1" spc="100">
                <a:solidFill>
                  <a:srgbClr val="FF0000"/>
                </a:solidFill>
                <a:ea typeface="Open Sans ExtraBold" panose="020B0906030804020204" pitchFamily="34" charset="0"/>
                <a:cs typeface="Arial" panose="020B0604020202020204" pitchFamily="34" charset="0"/>
              </a:rPr>
              <a:t> Tính cấp thiết của đề tài</a:t>
            </a:r>
            <a:endParaRPr lang="en-ID" sz="3200" b="1" i="1" spc="100">
              <a:solidFill>
                <a:srgbClr val="FF0000"/>
              </a:solidFill>
              <a:ea typeface="Open Sans ExtraBold" panose="020B0906030804020204" pitchFamily="34" charset="0"/>
              <a:cs typeface="Arial" panose="020B0604020202020204" pitchFamily="34" charset="0"/>
            </a:endParaRPr>
          </a:p>
        </p:txBody>
      </p:sp>
      <p:sp>
        <p:nvSpPr>
          <p:cNvPr id="14" name="TextBox 13"/>
          <p:cNvSpPr txBox="1"/>
          <p:nvPr/>
        </p:nvSpPr>
        <p:spPr>
          <a:xfrm>
            <a:off x="154305" y="906780"/>
            <a:ext cx="7212965" cy="5529580"/>
          </a:xfrm>
          <a:prstGeom prst="rect">
            <a:avLst/>
          </a:prstGeom>
          <a:noFill/>
        </p:spPr>
        <p:txBody>
          <a:bodyPr wrap="square" rtlCol="0">
            <a:noAutofit/>
          </a:bodyPr>
          <a:lstStyle/>
          <a:p>
            <a:pPr algn="just"/>
            <a:r>
              <a:rPr lang="en-US" altLang="en-US" sz="2800">
                <a:effectLst/>
                <a:latin typeface="Times New Roman" panose="02020603050405020304" pitchFamily="18" charset="0"/>
                <a:ea typeface="Times New Roman" panose="02020603050405020304" pitchFamily="18" charset="0"/>
              </a:rPr>
              <a:t>Trong bối cảnh công nghệ 4.0, ứng dụng công nghệ thông tin vào y tế là xu h</a:t>
            </a:r>
            <a:r>
              <a:rPr lang="en-US" altLang="en-US" sz="2800">
                <a:effectLst/>
                <a:latin typeface="Times New Roman" panose="02020603050405020304" pitchFamily="18" charset="0"/>
                <a:ea typeface="Times New Roman" panose="02020603050405020304" pitchFamily="18" charset="0"/>
              </a:rPr>
              <a:t>ư</a:t>
            </a:r>
            <a:r>
              <a:rPr lang="en-US" altLang="en-US" sz="2800">
                <a:effectLst/>
                <a:latin typeface="Times New Roman" panose="02020603050405020304" pitchFamily="18" charset="0"/>
                <a:ea typeface="Times New Roman" panose="02020603050405020304" pitchFamily="18" charset="0"/>
              </a:rPr>
              <a:t>ớng tất yếu. Tuy nhiên, tại Việt Nam, các ứng dụng ch</a:t>
            </a:r>
            <a:r>
              <a:rPr lang="en-US" altLang="en-US" sz="2800">
                <a:effectLst/>
                <a:latin typeface="Times New Roman" panose="02020603050405020304" pitchFamily="18" charset="0"/>
                <a:ea typeface="Times New Roman" panose="02020603050405020304" pitchFamily="18" charset="0"/>
              </a:rPr>
              <a:t>ă</a:t>
            </a:r>
            <a:r>
              <a:rPr lang="en-US" altLang="en-US" sz="2800">
                <a:effectLst/>
                <a:latin typeface="Times New Roman" panose="02020603050405020304" pitchFamily="18" charset="0"/>
                <a:ea typeface="Times New Roman" panose="02020603050405020304" pitchFamily="18" charset="0"/>
              </a:rPr>
              <a:t>m sóc sức khỏe thông minh còn hạn chế.</a:t>
            </a:r>
            <a:endParaRPr lang="en-US" altLang="en-US" sz="2800">
              <a:effectLst/>
              <a:latin typeface="Times New Roman" panose="02020603050405020304" pitchFamily="18" charset="0"/>
              <a:ea typeface="Times New Roman" panose="02020603050405020304" pitchFamily="18" charset="0"/>
            </a:endParaRPr>
          </a:p>
          <a:p>
            <a:pPr algn="just"/>
            <a:endParaRPr lang="en-US" altLang="en-US" sz="2800">
              <a:effectLst/>
              <a:latin typeface="Times New Roman" panose="02020603050405020304" pitchFamily="18" charset="0"/>
              <a:ea typeface="Times New Roman" panose="02020603050405020304" pitchFamily="18" charset="0"/>
            </a:endParaRPr>
          </a:p>
          <a:p>
            <a:pPr algn="just"/>
            <a:r>
              <a:rPr lang="en-US" altLang="en-US" sz="2800">
                <a:effectLst/>
                <a:latin typeface="Times New Roman" panose="02020603050405020304" pitchFamily="18" charset="0"/>
                <a:ea typeface="Times New Roman" panose="02020603050405020304" pitchFamily="18" charset="0"/>
              </a:rPr>
              <a:t>Nhiều ng</a:t>
            </a:r>
            <a:r>
              <a:rPr lang="en-US" altLang="en-US" sz="2800">
                <a:effectLst/>
                <a:latin typeface="Times New Roman" panose="02020603050405020304" pitchFamily="18" charset="0"/>
                <a:ea typeface="Times New Roman" panose="02020603050405020304" pitchFamily="18" charset="0"/>
              </a:rPr>
              <a:t>ư</a:t>
            </a:r>
            <a:r>
              <a:rPr lang="en-US" altLang="en-US" sz="2800">
                <a:effectLst/>
                <a:latin typeface="Times New Roman" panose="02020603050405020304" pitchFamily="18" charset="0"/>
                <a:ea typeface="Times New Roman" panose="02020603050405020304" pitchFamily="18" charset="0"/>
              </a:rPr>
              <a:t>ời th</a:t>
            </a:r>
            <a:r>
              <a:rPr lang="en-US" altLang="en-US" sz="2800">
                <a:effectLst/>
                <a:latin typeface="Times New Roman" panose="02020603050405020304" pitchFamily="18" charset="0"/>
                <a:ea typeface="Times New Roman" panose="02020603050405020304" pitchFamily="18" charset="0"/>
              </a:rPr>
              <a:t>ư</a:t>
            </a:r>
            <a:r>
              <a:rPr lang="en-US" altLang="en-US" sz="2800">
                <a:effectLst/>
                <a:latin typeface="Times New Roman" panose="02020603050405020304" pitchFamily="18" charset="0"/>
                <a:ea typeface="Times New Roman" panose="02020603050405020304" pitchFamily="18" charset="0"/>
              </a:rPr>
              <a:t>ờng chủ quan với dấu hiệu sức khỏe ban </a:t>
            </a:r>
            <a:r>
              <a:rPr lang="en-US" altLang="en-US" sz="2800">
                <a:effectLst/>
                <a:latin typeface="Times New Roman" panose="02020603050405020304" pitchFamily="18" charset="0"/>
                <a:ea typeface="Times New Roman" panose="02020603050405020304" pitchFamily="18" charset="0"/>
              </a:rPr>
              <a:t>đ</a:t>
            </a:r>
            <a:r>
              <a:rPr lang="en-US" altLang="en-US" sz="2800">
                <a:effectLst/>
                <a:latin typeface="Times New Roman" panose="02020603050405020304" pitchFamily="18" charset="0"/>
                <a:ea typeface="Times New Roman" panose="02020603050405020304" pitchFamily="18" charset="0"/>
              </a:rPr>
              <a:t>ầu hoặc khó tiếp cận dịch vụ y tế kịp thời.</a:t>
            </a:r>
            <a:endParaRPr lang="en-US" altLang="en-US" sz="2800">
              <a:effectLst/>
              <a:latin typeface="Times New Roman" panose="02020603050405020304" pitchFamily="18" charset="0"/>
              <a:ea typeface="Times New Roman" panose="02020603050405020304" pitchFamily="18" charset="0"/>
            </a:endParaRPr>
          </a:p>
        </p:txBody>
      </p:sp>
      <p:pic>
        <p:nvPicPr>
          <p:cNvPr id="2" name="Picture 1" descr="download"/>
          <p:cNvPicPr>
            <a:picLocks noChangeAspect="1"/>
          </p:cNvPicPr>
          <p:nvPr/>
        </p:nvPicPr>
        <p:blipFill>
          <a:blip r:embed="rId1"/>
          <a:stretch>
            <a:fillRect/>
          </a:stretch>
        </p:blipFill>
        <p:spPr>
          <a:xfrm>
            <a:off x="7632700" y="692150"/>
            <a:ext cx="4382135" cy="2916555"/>
          </a:xfrm>
          <a:prstGeom prst="rect">
            <a:avLst/>
          </a:prstGeom>
        </p:spPr>
      </p:pic>
      <p:pic>
        <p:nvPicPr>
          <p:cNvPr id="6" name="Picture 5"/>
          <p:cNvPicPr>
            <a:picLocks noChangeAspect="1"/>
          </p:cNvPicPr>
          <p:nvPr/>
        </p:nvPicPr>
        <p:blipFill>
          <a:blip r:embed="rId2"/>
          <a:stretch>
            <a:fillRect/>
          </a:stretch>
        </p:blipFill>
        <p:spPr>
          <a:xfrm>
            <a:off x="7766685" y="4148455"/>
            <a:ext cx="4248150" cy="24098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825147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a:latin typeface="Times New Roman" panose="02020603050405020304" pitchFamily="18" charset="0"/>
                <a:sym typeface="+mn-ea"/>
              </a:rPr>
              <a:t> </a:t>
            </a:r>
            <a:endParaRPr lang="en-ID" sz="4000"/>
          </a:p>
        </p:txBody>
      </p:sp>
      <p:sp>
        <p:nvSpPr>
          <p:cNvPr id="20" name="TextBox 19"/>
          <p:cNvSpPr txBox="1"/>
          <p:nvPr/>
        </p:nvSpPr>
        <p:spPr>
          <a:xfrm>
            <a:off x="457462" y="184795"/>
            <a:ext cx="3405099" cy="584775"/>
          </a:xfrm>
          <a:prstGeom prst="rect">
            <a:avLst/>
          </a:prstGeom>
          <a:noFill/>
        </p:spPr>
        <p:txBody>
          <a:bodyPr wrap="none" rtlCol="0">
            <a:spAutoFit/>
          </a:bodyPr>
          <a:lstStyle/>
          <a:p>
            <a:r>
              <a:rPr lang="en-US" sz="3200" b="1" i="1" spc="100">
                <a:solidFill>
                  <a:srgbClr val="FF0000"/>
                </a:solidFill>
                <a:ea typeface="Open Sans ExtraBold" panose="020B0906030804020204" pitchFamily="34" charset="0"/>
                <a:cs typeface="Arial" panose="020B0604020202020204" pitchFamily="34" charset="0"/>
              </a:rPr>
              <a:t>2</a:t>
            </a:r>
            <a:r>
              <a:rPr lang="vi-VN" sz="3200" b="1" i="1" spc="100">
                <a:solidFill>
                  <a:srgbClr val="FF0000"/>
                </a:solidFill>
                <a:ea typeface="Open Sans ExtraBold" panose="020B0906030804020204" pitchFamily="34" charset="0"/>
                <a:cs typeface="Arial" panose="020B0604020202020204" pitchFamily="34" charset="0"/>
              </a:rPr>
              <a:t>.</a:t>
            </a:r>
            <a:r>
              <a:rPr lang="en-US" sz="3200" b="1" i="1" spc="100">
                <a:solidFill>
                  <a:srgbClr val="FF0000"/>
                </a:solidFill>
                <a:ea typeface="Open Sans ExtraBold" panose="020B0906030804020204" pitchFamily="34" charset="0"/>
                <a:cs typeface="Arial" panose="020B0604020202020204" pitchFamily="34" charset="0"/>
              </a:rPr>
              <a:t> Mục tiêu đề tài</a:t>
            </a:r>
            <a:endParaRPr lang="en-ID" sz="3200" b="1" i="1" spc="100">
              <a:solidFill>
                <a:srgbClr val="FF0000"/>
              </a:solidFill>
              <a:ea typeface="Open Sans ExtraBold" panose="020B0906030804020204" pitchFamily="34" charset="0"/>
              <a:cs typeface="Arial" panose="020B0604020202020204" pitchFamily="34" charset="0"/>
            </a:endParaRPr>
          </a:p>
        </p:txBody>
      </p:sp>
      <p:sp>
        <p:nvSpPr>
          <p:cNvPr id="14" name="TextBox 13"/>
          <p:cNvSpPr txBox="1"/>
          <p:nvPr/>
        </p:nvSpPr>
        <p:spPr>
          <a:xfrm>
            <a:off x="154388" y="918235"/>
            <a:ext cx="11900468" cy="4399915"/>
          </a:xfrm>
          <a:prstGeom prst="rect">
            <a:avLst/>
          </a:prstGeom>
          <a:noFill/>
        </p:spPr>
        <p:txBody>
          <a:bodyPr wrap="square" rtlCol="0">
            <a:spAutoFit/>
          </a:bodyPr>
          <a:p>
            <a:pPr algn="just"/>
            <a:r>
              <a:rPr lang="en-US" altLang="en-US" sz="2800" b="1">
                <a:effectLst/>
                <a:latin typeface="Times New Roman" panose="02020603050405020304" pitchFamily="18" charset="0"/>
                <a:ea typeface="Times New Roman" panose="02020603050405020304" pitchFamily="18" charset="0"/>
              </a:rPr>
              <a:t>1. Hỗ trợ ng</a:t>
            </a:r>
            <a:r>
              <a:rPr lang="en-US" altLang="en-US" sz="2800" b="1">
                <a:effectLst/>
                <a:latin typeface="Times New Roman" panose="02020603050405020304" pitchFamily="18" charset="0"/>
                <a:ea typeface="Times New Roman" panose="02020603050405020304" pitchFamily="18" charset="0"/>
              </a:rPr>
              <a:t>ư</a:t>
            </a:r>
            <a:r>
              <a:rPr lang="en-US" altLang="en-US" sz="2800" b="1">
                <a:effectLst/>
                <a:latin typeface="Times New Roman" panose="02020603050405020304" pitchFamily="18" charset="0"/>
                <a:ea typeface="Times New Roman" panose="02020603050405020304" pitchFamily="18" charset="0"/>
              </a:rPr>
              <a:t>ời dùng theo d</a:t>
            </a:r>
            <a:r>
              <a:rPr lang="en-US" altLang="en-US" sz="2800" b="1">
                <a:effectLst/>
                <a:latin typeface="Times New Roman" panose="02020603050405020304" pitchFamily="18" charset="0"/>
                <a:ea typeface="Times New Roman" panose="02020603050405020304" pitchFamily="18" charset="0"/>
              </a:rPr>
              <a:t>õ</a:t>
            </a:r>
            <a:r>
              <a:rPr lang="en-US" altLang="en-US" sz="2800" b="1">
                <a:effectLst/>
                <a:latin typeface="Times New Roman" panose="02020603050405020304" pitchFamily="18" charset="0"/>
                <a:ea typeface="Times New Roman" panose="02020603050405020304" pitchFamily="18" charset="0"/>
              </a:rPr>
              <a:t>i sức khỏe chủ </a:t>
            </a:r>
            <a:r>
              <a:rPr lang="en-US" altLang="en-US" sz="2800" b="1">
                <a:effectLst/>
                <a:latin typeface="Times New Roman" panose="02020603050405020304" pitchFamily="18" charset="0"/>
                <a:ea typeface="Times New Roman" panose="02020603050405020304" pitchFamily="18" charset="0"/>
              </a:rPr>
              <a:t>đ</a:t>
            </a:r>
            <a:r>
              <a:rPr lang="en-US" altLang="en-US" sz="2800" b="1">
                <a:effectLst/>
                <a:latin typeface="Times New Roman" panose="02020603050405020304" pitchFamily="18" charset="0"/>
                <a:ea typeface="Times New Roman" panose="02020603050405020304" pitchFamily="18" charset="0"/>
              </a:rPr>
              <a:t>ộng</a:t>
            </a:r>
            <a:endParaRPr lang="en-US" altLang="en-US" sz="2800" b="1">
              <a:effectLst/>
              <a:latin typeface="Times New Roman" panose="02020603050405020304" pitchFamily="18" charset="0"/>
              <a:ea typeface="Times New Roman" panose="02020603050405020304" pitchFamily="18" charset="0"/>
            </a:endParaRPr>
          </a:p>
          <a:p>
            <a:pPr algn="just"/>
            <a:endParaRPr lang="en-US" altLang="en-US" sz="2800" b="1">
              <a:effectLst/>
              <a:latin typeface="Times New Roman" panose="02020603050405020304" pitchFamily="18" charset="0"/>
              <a:ea typeface="Times New Roman" panose="02020603050405020304" pitchFamily="18" charset="0"/>
            </a:endParaRPr>
          </a:p>
          <a:p>
            <a:pPr algn="just"/>
            <a:r>
              <a:rPr lang="en-US" altLang="en-US" sz="2800" b="1">
                <a:effectLst/>
                <a:latin typeface="Times New Roman" panose="02020603050405020304" pitchFamily="18" charset="0"/>
                <a:ea typeface="Times New Roman" panose="02020603050405020304" pitchFamily="18" charset="0"/>
              </a:rPr>
              <a:t>2. Ghi nhận và l</a:t>
            </a:r>
            <a:r>
              <a:rPr lang="en-US" altLang="en-US" sz="2800" b="1">
                <a:effectLst/>
                <a:latin typeface="Times New Roman" panose="02020603050405020304" pitchFamily="18" charset="0"/>
                <a:ea typeface="Times New Roman" panose="02020603050405020304" pitchFamily="18" charset="0"/>
              </a:rPr>
              <a:t>ư</a:t>
            </a:r>
            <a:r>
              <a:rPr lang="en-US" altLang="en-US" sz="2800" b="1">
                <a:effectLst/>
                <a:latin typeface="Times New Roman" panose="02020603050405020304" pitchFamily="18" charset="0"/>
                <a:ea typeface="Times New Roman" panose="02020603050405020304" pitchFamily="18" charset="0"/>
              </a:rPr>
              <a:t>u trữ các chỉ số sức khỏe cơ bản</a:t>
            </a:r>
            <a:endParaRPr lang="en-US" altLang="en-US" sz="2800" b="1">
              <a:effectLst/>
              <a:latin typeface="Times New Roman" panose="02020603050405020304" pitchFamily="18" charset="0"/>
              <a:ea typeface="Times New Roman" panose="02020603050405020304" pitchFamily="18" charset="0"/>
            </a:endParaRPr>
          </a:p>
          <a:p>
            <a:pPr algn="just"/>
            <a:endParaRPr lang="en-US" altLang="en-US" sz="2800" b="1">
              <a:effectLst/>
              <a:latin typeface="Times New Roman" panose="02020603050405020304" pitchFamily="18" charset="0"/>
              <a:ea typeface="Times New Roman" panose="02020603050405020304" pitchFamily="18" charset="0"/>
            </a:endParaRPr>
          </a:p>
          <a:p>
            <a:pPr algn="just"/>
            <a:r>
              <a:rPr lang="en-US" altLang="en-US" sz="2800" b="1">
                <a:effectLst/>
                <a:latin typeface="Times New Roman" panose="02020603050405020304" pitchFamily="18" charset="0"/>
                <a:ea typeface="Times New Roman" panose="02020603050405020304" pitchFamily="18" charset="0"/>
              </a:rPr>
              <a:t>3. Hỗ trợ tìm kiếm nhanh cơ sở y tế gần nhất</a:t>
            </a:r>
            <a:endParaRPr lang="en-US" altLang="en-US" sz="2800" b="1">
              <a:effectLst/>
              <a:latin typeface="Times New Roman" panose="02020603050405020304" pitchFamily="18" charset="0"/>
              <a:ea typeface="Times New Roman" panose="02020603050405020304" pitchFamily="18" charset="0"/>
            </a:endParaRPr>
          </a:p>
          <a:p>
            <a:pPr algn="just"/>
            <a:endParaRPr lang="en-US" altLang="en-US" sz="2800" b="1">
              <a:effectLst/>
              <a:latin typeface="Times New Roman" panose="02020603050405020304" pitchFamily="18" charset="0"/>
              <a:ea typeface="Times New Roman" panose="02020603050405020304" pitchFamily="18" charset="0"/>
            </a:endParaRPr>
          </a:p>
          <a:p>
            <a:pPr algn="just"/>
            <a:r>
              <a:rPr lang="en-US" altLang="en-US" sz="2800" b="1">
                <a:effectLst/>
                <a:latin typeface="Times New Roman" panose="02020603050405020304" pitchFamily="18" charset="0"/>
                <a:ea typeface="Times New Roman" panose="02020603050405020304" pitchFamily="18" charset="0"/>
              </a:rPr>
              <a:t>4. Kết nối với chuyên gia hoặc cơ sở y tế</a:t>
            </a:r>
            <a:endParaRPr lang="en-US" altLang="en-US" sz="2800" b="1">
              <a:effectLst/>
              <a:latin typeface="Times New Roman" panose="02020603050405020304" pitchFamily="18" charset="0"/>
              <a:ea typeface="Times New Roman" panose="02020603050405020304" pitchFamily="18" charset="0"/>
            </a:endParaRPr>
          </a:p>
          <a:p>
            <a:pPr algn="just"/>
            <a:endParaRPr lang="en-US" altLang="en-US" sz="2800" b="1">
              <a:effectLst/>
              <a:latin typeface="Times New Roman" panose="02020603050405020304" pitchFamily="18" charset="0"/>
              <a:ea typeface="Times New Roman" panose="02020603050405020304" pitchFamily="18" charset="0"/>
            </a:endParaRPr>
          </a:p>
          <a:p>
            <a:pPr algn="just"/>
            <a:r>
              <a:rPr lang="en-US" altLang="en-US" sz="2800" b="1">
                <a:effectLst/>
                <a:latin typeface="Times New Roman" panose="02020603050405020304" pitchFamily="18" charset="0"/>
                <a:ea typeface="Times New Roman" panose="02020603050405020304" pitchFamily="18" charset="0"/>
              </a:rPr>
              <a:t>5. Mang lại trải nghiệm ch</a:t>
            </a:r>
            <a:r>
              <a:rPr lang="en-US" altLang="en-US" sz="2800" b="1">
                <a:effectLst/>
                <a:latin typeface="Times New Roman" panose="02020603050405020304" pitchFamily="18" charset="0"/>
                <a:ea typeface="Times New Roman" panose="02020603050405020304" pitchFamily="18" charset="0"/>
              </a:rPr>
              <a:t>ă</a:t>
            </a:r>
            <a:r>
              <a:rPr lang="en-US" altLang="en-US" sz="2800" b="1">
                <a:effectLst/>
                <a:latin typeface="Times New Roman" panose="02020603050405020304" pitchFamily="18" charset="0"/>
                <a:ea typeface="Times New Roman" panose="02020603050405020304" pitchFamily="18" charset="0"/>
              </a:rPr>
              <a:t>m sóc sức khỏe toàn diện</a:t>
            </a:r>
            <a:endParaRPr lang="en-US" altLang="en-US" sz="2800" b="1">
              <a:effectLst/>
              <a:latin typeface="Times New Roman" panose="02020603050405020304" pitchFamily="18" charset="0"/>
              <a:ea typeface="Times New Roman" panose="02020603050405020304" pitchFamily="18" charset="0"/>
            </a:endParaRPr>
          </a:p>
          <a:p>
            <a:pPr algn="just"/>
            <a:endParaRPr lang="en-US" altLang="en-US" sz="2800" b="1">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714906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p:cNvSpPr txBox="1"/>
          <p:nvPr/>
        </p:nvSpPr>
        <p:spPr>
          <a:xfrm>
            <a:off x="169306" y="403339"/>
            <a:ext cx="11853387" cy="583565"/>
          </a:xfrm>
          <a:prstGeom prst="rect">
            <a:avLst/>
          </a:prstGeom>
          <a:noFill/>
        </p:spPr>
        <p:txBody>
          <a:bodyPr wrap="square" rtlCol="0">
            <a:spAutoFit/>
          </a:bodyPr>
          <a:lstStyle/>
          <a:p>
            <a:r>
              <a:rPr lang="en-US" sz="3200" b="1" i="1" spc="100">
                <a:solidFill>
                  <a:srgbClr val="FF0000"/>
                </a:solidFill>
                <a:ea typeface="Open Sans ExtraBold" panose="020B0906030804020204" pitchFamily="34" charset="0"/>
                <a:cs typeface="Arial" panose="020B0604020202020204" pitchFamily="34" charset="0"/>
              </a:rPr>
              <a:t>3</a:t>
            </a:r>
            <a:r>
              <a:rPr lang="vi-VN" sz="3200" b="1" i="1" spc="100">
                <a:solidFill>
                  <a:srgbClr val="FF0000"/>
                </a:solidFill>
                <a:ea typeface="Open Sans ExtraBold" panose="020B0906030804020204" pitchFamily="34" charset="0"/>
                <a:cs typeface="Arial" panose="020B0604020202020204" pitchFamily="34" charset="0"/>
              </a:rPr>
              <a:t>.</a:t>
            </a:r>
            <a:r>
              <a:rPr lang="en-US" sz="1800" b="1">
                <a:effectLst/>
                <a:latin typeface="Times New Roman" panose="02020603050405020304" pitchFamily="18" charset="0"/>
                <a:ea typeface="Times New Roman" panose="02020603050405020304" pitchFamily="18" charset="0"/>
              </a:rPr>
              <a:t> </a:t>
            </a:r>
            <a:r>
              <a:rPr lang="en-US" sz="3200" b="1" i="1" spc="100">
                <a:solidFill>
                  <a:srgbClr val="FF0000"/>
                </a:solidFill>
                <a:ea typeface="Open Sans ExtraBold" panose="020B0906030804020204" pitchFamily="34" charset="0"/>
                <a:cs typeface="Arial" panose="020B0604020202020204" pitchFamily="34" charset="0"/>
              </a:rPr>
              <a:t>Công nghệ sử dụng</a:t>
            </a:r>
            <a:endParaRPr lang="en-ID" sz="3200" b="1" i="1" spc="100">
              <a:solidFill>
                <a:srgbClr val="FF0000"/>
              </a:solidFill>
              <a:ea typeface="Open Sans ExtraBold" panose="020B0906030804020204" pitchFamily="34" charset="0"/>
              <a:cs typeface="Arial" panose="020B0604020202020204" pitchFamily="34" charset="0"/>
            </a:endParaRPr>
          </a:p>
        </p:txBody>
      </p:sp>
      <p:sp>
        <p:nvSpPr>
          <p:cNvPr id="11" name="TextBox 10"/>
          <p:cNvSpPr txBox="1"/>
          <p:nvPr/>
        </p:nvSpPr>
        <p:spPr>
          <a:xfrm>
            <a:off x="430530" y="1149350"/>
            <a:ext cx="2485390" cy="586105"/>
          </a:xfrm>
          <a:prstGeom prst="rect">
            <a:avLst/>
          </a:prstGeom>
          <a:noFill/>
        </p:spPr>
        <p:txBody>
          <a:bodyPr wrap="square" rtlCol="0">
            <a:spAutoFit/>
          </a:bodyPr>
          <a:lstStyle/>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FRONT END :</a:t>
            </a:r>
            <a:endParaRPr lang="en-US" altLang="en-ID" sz="2800" b="1" spc="100">
              <a:solidFill>
                <a:schemeClr val="tx1"/>
              </a:solidFill>
              <a:latin typeface="+mj-lt"/>
              <a:ea typeface="Open Sans SemiBold" panose="020B0706030804020204" pitchFamily="34" charset="0"/>
              <a:cs typeface="Times New Roman" panose="02020603050405020304" pitchFamily="18" charset="0"/>
            </a:endParaRPr>
          </a:p>
        </p:txBody>
      </p:sp>
      <p:sp>
        <p:nvSpPr>
          <p:cNvPr id="8" name="TextBox 10"/>
          <p:cNvSpPr txBox="1"/>
          <p:nvPr/>
        </p:nvSpPr>
        <p:spPr>
          <a:xfrm>
            <a:off x="430530" y="2054225"/>
            <a:ext cx="2485390"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 </a:t>
            </a:r>
            <a:r>
              <a:rPr lang="en-US" altLang="en-US" sz="2800" b="1" spc="100">
                <a:solidFill>
                  <a:schemeClr val="tx1"/>
                </a:solidFill>
                <a:latin typeface="+mj-lt"/>
                <a:ea typeface="Open Sans SemiBold" panose="020B0706030804020204" pitchFamily="34" charset="0"/>
                <a:cs typeface="Times New Roman" panose="02020603050405020304" pitchFamily="18" charset="0"/>
              </a:rPr>
              <a:t>Android</a:t>
            </a:r>
            <a:endParaRPr lang="en-US" altLang="en-US" sz="2800" b="1" spc="100">
              <a:solidFill>
                <a:schemeClr val="tx1"/>
              </a:solidFill>
              <a:latin typeface="+mj-lt"/>
              <a:ea typeface="Open Sans SemiBold" panose="020B0706030804020204" pitchFamily="34" charset="0"/>
              <a:cs typeface="Times New Roman" panose="02020603050405020304" pitchFamily="18" charset="0"/>
            </a:endParaRPr>
          </a:p>
        </p:txBody>
      </p:sp>
      <p:sp>
        <p:nvSpPr>
          <p:cNvPr id="9" name="TextBox 10"/>
          <p:cNvSpPr txBox="1"/>
          <p:nvPr/>
        </p:nvSpPr>
        <p:spPr>
          <a:xfrm>
            <a:off x="430530" y="2959100"/>
            <a:ext cx="5146040"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 Ngôn ngữ lập trình </a:t>
            </a:r>
            <a:r>
              <a:rPr lang="en-US" altLang="en-US" sz="2800" b="1" spc="100">
                <a:solidFill>
                  <a:schemeClr val="tx1"/>
                </a:solidFill>
                <a:latin typeface="+mj-lt"/>
                <a:ea typeface="Open Sans SemiBold" panose="020B0706030804020204" pitchFamily="34" charset="0"/>
                <a:cs typeface="Times New Roman" panose="02020603050405020304" pitchFamily="18" charset="0"/>
              </a:rPr>
              <a:t>Kotlin</a:t>
            </a:r>
            <a:endParaRPr lang="en-US" altLang="en-US" sz="2800" b="1" spc="100">
              <a:solidFill>
                <a:schemeClr val="tx1"/>
              </a:solidFill>
              <a:latin typeface="+mj-lt"/>
              <a:ea typeface="Open Sans SemiBold" panose="020B0706030804020204" pitchFamily="34" charset="0"/>
              <a:cs typeface="Times New Roman" panose="02020603050405020304" pitchFamily="18" charset="0"/>
            </a:endParaRPr>
          </a:p>
        </p:txBody>
      </p:sp>
      <p:sp>
        <p:nvSpPr>
          <p:cNvPr id="10" name="TextBox 10"/>
          <p:cNvSpPr txBox="1"/>
          <p:nvPr/>
        </p:nvSpPr>
        <p:spPr>
          <a:xfrm>
            <a:off x="430530" y="3956685"/>
            <a:ext cx="6548120"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 </a:t>
            </a:r>
            <a:r>
              <a:rPr lang="en-US" altLang="en-US" sz="2800" b="1" spc="100">
                <a:solidFill>
                  <a:schemeClr val="tx1"/>
                </a:solidFill>
                <a:latin typeface="+mj-lt"/>
                <a:ea typeface="Open Sans SemiBold" panose="020B0706030804020204" pitchFamily="34" charset="0"/>
                <a:cs typeface="Times New Roman" panose="02020603050405020304" pitchFamily="18" charset="0"/>
              </a:rPr>
              <a:t>Môi tr</a:t>
            </a:r>
            <a:r>
              <a:rPr lang="en-US" altLang="en-US" sz="2800" b="1" spc="100">
                <a:solidFill>
                  <a:schemeClr val="tx1"/>
                </a:solidFill>
                <a:latin typeface="+mj-lt"/>
                <a:ea typeface="Open Sans SemiBold" panose="020B0706030804020204" pitchFamily="34" charset="0"/>
                <a:cs typeface="Times New Roman" panose="02020603050405020304" pitchFamily="18" charset="0"/>
              </a:rPr>
              <a:t>ư</a:t>
            </a:r>
            <a:r>
              <a:rPr lang="en-US" altLang="en-US" sz="2800" b="1" spc="100">
                <a:solidFill>
                  <a:schemeClr val="tx1"/>
                </a:solidFill>
                <a:latin typeface="+mj-lt"/>
                <a:ea typeface="Open Sans SemiBold" panose="020B0706030804020204" pitchFamily="34" charset="0"/>
                <a:cs typeface="Times New Roman" panose="02020603050405020304" pitchFamily="18" charset="0"/>
              </a:rPr>
              <a:t>ờng phát triển (Android Studio)</a:t>
            </a:r>
            <a:endParaRPr lang="en-US" altLang="en-US" sz="2800" b="1" spc="100">
              <a:solidFill>
                <a:schemeClr val="tx1"/>
              </a:solidFill>
              <a:latin typeface="+mj-lt"/>
              <a:ea typeface="Open Sans SemiBold" panose="020B0706030804020204" pitchFamily="34" charset="0"/>
              <a:cs typeface="Times New Roman" panose="02020603050405020304" pitchFamily="18" charset="0"/>
            </a:endParaRPr>
          </a:p>
        </p:txBody>
      </p:sp>
      <p:pic>
        <p:nvPicPr>
          <p:cNvPr id="3" name="Picture 3" descr="images"/>
          <p:cNvPicPr>
            <a:picLocks noChangeAspect="1"/>
          </p:cNvPicPr>
          <p:nvPr/>
        </p:nvPicPr>
        <p:blipFill>
          <a:blip r:embed="rId1"/>
          <a:stretch>
            <a:fillRect/>
          </a:stretch>
        </p:blipFill>
        <p:spPr>
          <a:xfrm>
            <a:off x="8622665" y="4686300"/>
            <a:ext cx="1885950" cy="1885950"/>
          </a:xfrm>
          <a:prstGeom prst="rect">
            <a:avLst/>
          </a:prstGeom>
        </p:spPr>
      </p:pic>
      <p:pic>
        <p:nvPicPr>
          <p:cNvPr id="2" name="Picture 1"/>
          <p:cNvPicPr>
            <a:picLocks noChangeAspect="1"/>
          </p:cNvPicPr>
          <p:nvPr/>
        </p:nvPicPr>
        <p:blipFill>
          <a:blip r:embed="rId2"/>
          <a:stretch>
            <a:fillRect/>
          </a:stretch>
        </p:blipFill>
        <p:spPr>
          <a:xfrm>
            <a:off x="8622665" y="235585"/>
            <a:ext cx="2189480" cy="2172970"/>
          </a:xfrm>
          <a:prstGeom prst="rect">
            <a:avLst/>
          </a:prstGeom>
          <a:noFill/>
          <a:ln>
            <a:noFill/>
          </a:ln>
        </p:spPr>
      </p:pic>
      <p:pic>
        <p:nvPicPr>
          <p:cNvPr id="7" name="Picture 6" descr="download"/>
          <p:cNvPicPr>
            <a:picLocks noChangeAspect="1"/>
          </p:cNvPicPr>
          <p:nvPr/>
        </p:nvPicPr>
        <p:blipFill>
          <a:blip r:embed="rId3"/>
          <a:stretch>
            <a:fillRect/>
          </a:stretch>
        </p:blipFill>
        <p:spPr>
          <a:xfrm>
            <a:off x="8287385" y="2487295"/>
            <a:ext cx="3051175" cy="212026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714906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p:cNvSpPr txBox="1"/>
          <p:nvPr/>
        </p:nvSpPr>
        <p:spPr>
          <a:xfrm>
            <a:off x="169306" y="403339"/>
            <a:ext cx="11853387" cy="583565"/>
          </a:xfrm>
          <a:prstGeom prst="rect">
            <a:avLst/>
          </a:prstGeom>
          <a:noFill/>
        </p:spPr>
        <p:txBody>
          <a:bodyPr wrap="square" rtlCol="0">
            <a:spAutoFit/>
          </a:bodyPr>
          <a:lstStyle/>
          <a:p>
            <a:r>
              <a:rPr lang="en-US" sz="3200" b="1" i="1" spc="100">
                <a:solidFill>
                  <a:srgbClr val="FF0000"/>
                </a:solidFill>
                <a:ea typeface="Open Sans ExtraBold" panose="020B0906030804020204" pitchFamily="34" charset="0"/>
                <a:cs typeface="Arial" panose="020B0604020202020204" pitchFamily="34" charset="0"/>
              </a:rPr>
              <a:t>3</a:t>
            </a:r>
            <a:r>
              <a:rPr lang="vi-VN" sz="3200" b="1" i="1" spc="100">
                <a:solidFill>
                  <a:srgbClr val="FF0000"/>
                </a:solidFill>
                <a:ea typeface="Open Sans ExtraBold" panose="020B0906030804020204" pitchFamily="34" charset="0"/>
                <a:cs typeface="Arial" panose="020B0604020202020204" pitchFamily="34" charset="0"/>
              </a:rPr>
              <a:t>.</a:t>
            </a:r>
            <a:r>
              <a:rPr lang="en-US" sz="1800" b="1">
                <a:effectLst/>
                <a:latin typeface="Times New Roman" panose="02020603050405020304" pitchFamily="18" charset="0"/>
                <a:ea typeface="Times New Roman" panose="02020603050405020304" pitchFamily="18" charset="0"/>
              </a:rPr>
              <a:t> </a:t>
            </a:r>
            <a:r>
              <a:rPr lang="en-US" sz="3200" b="1" i="1" spc="100">
                <a:solidFill>
                  <a:srgbClr val="FF0000"/>
                </a:solidFill>
                <a:ea typeface="Open Sans ExtraBold" panose="020B0906030804020204" pitchFamily="34" charset="0"/>
                <a:cs typeface="Arial" panose="020B0604020202020204" pitchFamily="34" charset="0"/>
              </a:rPr>
              <a:t>Công nghệ sử dụng</a:t>
            </a:r>
            <a:endParaRPr lang="en-ID" sz="3200" b="1" i="1" spc="100">
              <a:solidFill>
                <a:srgbClr val="FF0000"/>
              </a:solidFill>
              <a:ea typeface="Open Sans ExtraBold" panose="020B0906030804020204" pitchFamily="34" charset="0"/>
              <a:cs typeface="Arial" panose="020B0604020202020204" pitchFamily="34" charset="0"/>
            </a:endParaRPr>
          </a:p>
        </p:txBody>
      </p:sp>
      <p:sp>
        <p:nvSpPr>
          <p:cNvPr id="11" name="TextBox 10"/>
          <p:cNvSpPr txBox="1"/>
          <p:nvPr/>
        </p:nvSpPr>
        <p:spPr>
          <a:xfrm>
            <a:off x="430530" y="1149350"/>
            <a:ext cx="3348990" cy="586105"/>
          </a:xfrm>
          <a:prstGeom prst="rect">
            <a:avLst/>
          </a:prstGeom>
          <a:noFill/>
        </p:spPr>
        <p:txBody>
          <a:bodyPr wrap="square" rtlCol="0">
            <a:spAutoFit/>
          </a:bodyPr>
          <a:lstStyle/>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BACKEND :</a:t>
            </a:r>
            <a:endParaRPr lang="en-US" altLang="en-ID" sz="2800" b="1" spc="100">
              <a:solidFill>
                <a:schemeClr val="tx1"/>
              </a:solidFill>
              <a:latin typeface="+mj-lt"/>
              <a:ea typeface="Open Sans SemiBold" panose="020B0706030804020204" pitchFamily="34" charset="0"/>
              <a:cs typeface="Times New Roman" panose="02020603050405020304" pitchFamily="18" charset="0"/>
            </a:endParaRPr>
          </a:p>
        </p:txBody>
      </p:sp>
      <p:sp>
        <p:nvSpPr>
          <p:cNvPr id="8" name="TextBox 10"/>
          <p:cNvSpPr txBox="1"/>
          <p:nvPr/>
        </p:nvSpPr>
        <p:spPr>
          <a:xfrm>
            <a:off x="1083945" y="2054225"/>
            <a:ext cx="2485390"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 NodeJs</a:t>
            </a:r>
            <a:endParaRPr lang="en-US" altLang="en-ID" sz="2800" b="1" spc="100">
              <a:solidFill>
                <a:schemeClr val="tx1"/>
              </a:solidFill>
              <a:latin typeface="+mj-lt"/>
              <a:ea typeface="Open Sans SemiBold" panose="020B0706030804020204" pitchFamily="34" charset="0"/>
              <a:cs typeface="Times New Roman" panose="02020603050405020304" pitchFamily="18" charset="0"/>
            </a:endParaRPr>
          </a:p>
        </p:txBody>
      </p:sp>
      <p:sp>
        <p:nvSpPr>
          <p:cNvPr id="2" name="Rectangle 1"/>
          <p:cNvSpPr/>
          <p:nvPr/>
        </p:nvSpPr>
        <p:spPr>
          <a:xfrm>
            <a:off x="7391163" y="1268672"/>
            <a:ext cx="4631293" cy="1371600"/>
          </a:xfrm>
          <a:prstGeom prst="rect">
            <a:avLst/>
          </a:prstGeom>
          <a:blipFill>
            <a:blip r:embed="rId1"/>
            <a:srcRect/>
            <a:stretch>
              <a:fillRect t="-11362" b="-11362"/>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
        <p:nvSpPr>
          <p:cNvPr id="3" name="TextBox 10"/>
          <p:cNvSpPr txBox="1"/>
          <p:nvPr/>
        </p:nvSpPr>
        <p:spPr>
          <a:xfrm>
            <a:off x="430530" y="4308475"/>
            <a:ext cx="3348990"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DATABASE :</a:t>
            </a:r>
            <a:endParaRPr lang="en-US" altLang="en-ID" sz="2800" b="1" spc="100">
              <a:solidFill>
                <a:schemeClr val="tx1"/>
              </a:solidFill>
              <a:latin typeface="+mj-lt"/>
              <a:ea typeface="Open Sans SemiBold" panose="020B0706030804020204" pitchFamily="34" charset="0"/>
              <a:cs typeface="Times New Roman" panose="02020603050405020304" pitchFamily="18" charset="0"/>
            </a:endParaRPr>
          </a:p>
        </p:txBody>
      </p:sp>
      <p:sp>
        <p:nvSpPr>
          <p:cNvPr id="12" name="TextBox 10"/>
          <p:cNvSpPr txBox="1"/>
          <p:nvPr/>
        </p:nvSpPr>
        <p:spPr>
          <a:xfrm>
            <a:off x="1210945" y="5288915"/>
            <a:ext cx="2485390"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 </a:t>
            </a:r>
            <a:r>
              <a:rPr lang="en-US" altLang="en-US" sz="2800" b="1" spc="100">
                <a:solidFill>
                  <a:schemeClr val="tx1"/>
                </a:solidFill>
                <a:latin typeface="+mj-lt"/>
                <a:ea typeface="Open Sans SemiBold" panose="020B0706030804020204" pitchFamily="34" charset="0"/>
                <a:cs typeface="Times New Roman" panose="02020603050405020304" pitchFamily="18" charset="0"/>
              </a:rPr>
              <a:t>PostgreSQL </a:t>
            </a:r>
            <a:endParaRPr lang="en-US" altLang="en-US" sz="2800" b="1" spc="100">
              <a:solidFill>
                <a:schemeClr val="tx1"/>
              </a:solidFill>
              <a:latin typeface="+mj-lt"/>
              <a:ea typeface="Open Sans SemiBold" panose="020B0706030804020204" pitchFamily="34" charset="0"/>
              <a:cs typeface="Times New Roman" panose="02020603050405020304" pitchFamily="18" charset="0"/>
            </a:endParaRPr>
          </a:p>
        </p:txBody>
      </p:sp>
      <p:pic>
        <p:nvPicPr>
          <p:cNvPr id="4" name="Picture 3" descr="download (1)"/>
          <p:cNvPicPr>
            <a:picLocks noChangeAspect="1"/>
          </p:cNvPicPr>
          <p:nvPr/>
        </p:nvPicPr>
        <p:blipFill>
          <a:blip r:embed="rId2"/>
          <a:stretch>
            <a:fillRect/>
          </a:stretch>
        </p:blipFill>
        <p:spPr>
          <a:xfrm>
            <a:off x="8012430" y="3585845"/>
            <a:ext cx="3628390" cy="2032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714906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p:cNvSpPr txBox="1"/>
          <p:nvPr/>
        </p:nvSpPr>
        <p:spPr>
          <a:xfrm>
            <a:off x="169306" y="403339"/>
            <a:ext cx="11853387" cy="583565"/>
          </a:xfrm>
          <a:prstGeom prst="rect">
            <a:avLst/>
          </a:prstGeom>
          <a:noFill/>
        </p:spPr>
        <p:txBody>
          <a:bodyPr wrap="square" rtlCol="0">
            <a:spAutoFit/>
          </a:bodyPr>
          <a:lstStyle/>
          <a:p>
            <a:r>
              <a:rPr lang="en-US" sz="3200" b="1" i="1" spc="100">
                <a:solidFill>
                  <a:srgbClr val="FF0000"/>
                </a:solidFill>
                <a:ea typeface="Open Sans ExtraBold" panose="020B0906030804020204" pitchFamily="34" charset="0"/>
                <a:cs typeface="Arial" panose="020B0604020202020204" pitchFamily="34" charset="0"/>
              </a:rPr>
              <a:t>3</a:t>
            </a:r>
            <a:r>
              <a:rPr lang="vi-VN" sz="3200" b="1" i="1" spc="100">
                <a:solidFill>
                  <a:srgbClr val="FF0000"/>
                </a:solidFill>
                <a:ea typeface="Open Sans ExtraBold" panose="020B0906030804020204" pitchFamily="34" charset="0"/>
                <a:cs typeface="Arial" panose="020B0604020202020204" pitchFamily="34" charset="0"/>
              </a:rPr>
              <a:t>.</a:t>
            </a:r>
            <a:r>
              <a:rPr lang="en-US" sz="1800" b="1">
                <a:effectLst/>
                <a:latin typeface="Times New Roman" panose="02020603050405020304" pitchFamily="18" charset="0"/>
                <a:ea typeface="Times New Roman" panose="02020603050405020304" pitchFamily="18" charset="0"/>
              </a:rPr>
              <a:t> </a:t>
            </a:r>
            <a:r>
              <a:rPr lang="en-US" sz="3200" b="1" i="1" spc="100">
                <a:solidFill>
                  <a:srgbClr val="FF0000"/>
                </a:solidFill>
                <a:ea typeface="Open Sans ExtraBold" panose="020B0906030804020204" pitchFamily="34" charset="0"/>
                <a:cs typeface="Arial" panose="020B0604020202020204" pitchFamily="34" charset="0"/>
              </a:rPr>
              <a:t>Công nghệ sử dụng</a:t>
            </a:r>
            <a:endParaRPr lang="en-ID" sz="3200" b="1" i="1" spc="100">
              <a:solidFill>
                <a:srgbClr val="FF0000"/>
              </a:solidFill>
              <a:ea typeface="Open Sans ExtraBold" panose="020B0906030804020204" pitchFamily="34" charset="0"/>
              <a:cs typeface="Arial" panose="020B0604020202020204" pitchFamily="34" charset="0"/>
            </a:endParaRPr>
          </a:p>
        </p:txBody>
      </p:sp>
      <p:sp>
        <p:nvSpPr>
          <p:cNvPr id="11" name="TextBox 10"/>
          <p:cNvSpPr txBox="1"/>
          <p:nvPr/>
        </p:nvSpPr>
        <p:spPr>
          <a:xfrm>
            <a:off x="430530" y="1149350"/>
            <a:ext cx="3348990" cy="586105"/>
          </a:xfrm>
          <a:prstGeom prst="rect">
            <a:avLst/>
          </a:prstGeom>
          <a:noFill/>
        </p:spPr>
        <p:txBody>
          <a:bodyPr wrap="square" rtlCol="0">
            <a:spAutoFit/>
          </a:bodyPr>
          <a:lstStyle/>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Các công cụ khác :</a:t>
            </a:r>
            <a:endParaRPr lang="en-US" altLang="en-ID" sz="2800" b="1" spc="100">
              <a:solidFill>
                <a:schemeClr val="tx1"/>
              </a:solidFill>
              <a:latin typeface="+mj-lt"/>
              <a:ea typeface="Open Sans SemiBold" panose="020B0706030804020204" pitchFamily="34" charset="0"/>
              <a:cs typeface="Times New Roman" panose="02020603050405020304" pitchFamily="18" charset="0"/>
            </a:endParaRPr>
          </a:p>
        </p:txBody>
      </p:sp>
      <p:sp>
        <p:nvSpPr>
          <p:cNvPr id="8" name="TextBox 10"/>
          <p:cNvSpPr txBox="1"/>
          <p:nvPr/>
        </p:nvSpPr>
        <p:spPr>
          <a:xfrm>
            <a:off x="1083945" y="2054225"/>
            <a:ext cx="3971925"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latin typeface="+mj-lt"/>
                <a:ea typeface="Open Sans SemiBold" panose="020B0706030804020204" pitchFamily="34" charset="0"/>
                <a:cs typeface="Times New Roman" panose="02020603050405020304" pitchFamily="18" charset="0"/>
                <a:sym typeface="+mn-ea"/>
              </a:rPr>
              <a:t>+ Postman</a:t>
            </a:r>
            <a:endParaRPr lang="en-US" altLang="en-ID" sz="2800" b="1" spc="100">
              <a:solidFill>
                <a:schemeClr val="tx1"/>
              </a:solidFill>
              <a:latin typeface="+mj-lt"/>
              <a:ea typeface="Open Sans SemiBold" panose="020B0706030804020204" pitchFamily="34" charset="0"/>
              <a:cs typeface="Times New Roman" panose="02020603050405020304" pitchFamily="18" charset="0"/>
            </a:endParaRPr>
          </a:p>
        </p:txBody>
      </p:sp>
      <p:sp>
        <p:nvSpPr>
          <p:cNvPr id="9" name="TextBox 10"/>
          <p:cNvSpPr txBox="1"/>
          <p:nvPr/>
        </p:nvSpPr>
        <p:spPr>
          <a:xfrm>
            <a:off x="1083945" y="3135630"/>
            <a:ext cx="3971925"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 </a:t>
            </a:r>
            <a:r>
              <a:rPr lang="en-US" altLang="en-US" sz="2800" b="1" spc="100">
                <a:solidFill>
                  <a:schemeClr val="tx1"/>
                </a:solidFill>
                <a:latin typeface="+mj-lt"/>
                <a:ea typeface="Open Sans SemiBold" panose="020B0706030804020204" pitchFamily="34" charset="0"/>
                <a:cs typeface="Times New Roman" panose="02020603050405020304" pitchFamily="18" charset="0"/>
              </a:rPr>
              <a:t>Google Maps SDK API</a:t>
            </a:r>
            <a:endParaRPr lang="en-US" altLang="en-US" sz="2800" b="1" spc="100">
              <a:solidFill>
                <a:schemeClr val="tx1"/>
              </a:solidFill>
              <a:latin typeface="+mj-lt"/>
              <a:ea typeface="Open Sans SemiBold" panose="020B0706030804020204" pitchFamily="34" charset="0"/>
              <a:cs typeface="Times New Roman" panose="02020603050405020304" pitchFamily="18" charset="0"/>
            </a:endParaRPr>
          </a:p>
        </p:txBody>
      </p:sp>
      <p:sp>
        <p:nvSpPr>
          <p:cNvPr id="4" name="TextBox 10"/>
          <p:cNvSpPr txBox="1"/>
          <p:nvPr/>
        </p:nvSpPr>
        <p:spPr>
          <a:xfrm>
            <a:off x="1083945" y="4234815"/>
            <a:ext cx="3971925"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 </a:t>
            </a:r>
            <a:r>
              <a:rPr lang="en-US" altLang="en-US" sz="2800" b="1" spc="100">
                <a:solidFill>
                  <a:schemeClr val="tx1"/>
                </a:solidFill>
                <a:latin typeface="+mj-lt"/>
                <a:ea typeface="Open Sans SemiBold" panose="020B0706030804020204" pitchFamily="34" charset="0"/>
                <a:cs typeface="Times New Roman" panose="02020603050405020304" pitchFamily="18" charset="0"/>
              </a:rPr>
              <a:t>Health Connect</a:t>
            </a:r>
            <a:endParaRPr lang="en-US" altLang="en-US" sz="2800" b="1" spc="100">
              <a:solidFill>
                <a:schemeClr val="tx1"/>
              </a:solidFill>
              <a:latin typeface="+mj-lt"/>
              <a:ea typeface="Open Sans SemiBold" panose="020B0706030804020204" pitchFamily="34" charset="0"/>
              <a:cs typeface="Times New Roman" panose="02020603050405020304" pitchFamily="18" charset="0"/>
            </a:endParaRPr>
          </a:p>
        </p:txBody>
      </p:sp>
      <p:pic>
        <p:nvPicPr>
          <p:cNvPr id="6" name="Picture 5"/>
          <p:cNvPicPr/>
          <p:nvPr/>
        </p:nvPicPr>
        <p:blipFill>
          <a:blip r:embed="rId1"/>
          <a:stretch>
            <a:fillRect/>
          </a:stretch>
        </p:blipFill>
        <p:spPr>
          <a:xfrm>
            <a:off x="7557770" y="259715"/>
            <a:ext cx="3792855" cy="2380615"/>
          </a:xfrm>
          <a:prstGeom prst="rect">
            <a:avLst/>
          </a:prstGeom>
        </p:spPr>
      </p:pic>
      <p:pic>
        <p:nvPicPr>
          <p:cNvPr id="3" name="Picture 2" descr="download (2)"/>
          <p:cNvPicPr>
            <a:picLocks noChangeAspect="1"/>
          </p:cNvPicPr>
          <p:nvPr/>
        </p:nvPicPr>
        <p:blipFill>
          <a:blip r:embed="rId2"/>
          <a:stretch>
            <a:fillRect/>
          </a:stretch>
        </p:blipFill>
        <p:spPr>
          <a:xfrm>
            <a:off x="8241030" y="2949575"/>
            <a:ext cx="2857500" cy="1600200"/>
          </a:xfrm>
          <a:prstGeom prst="rect">
            <a:avLst/>
          </a:prstGeom>
        </p:spPr>
      </p:pic>
      <p:pic>
        <p:nvPicPr>
          <p:cNvPr id="7" name="Picture 6" descr="download (3)"/>
          <p:cNvPicPr>
            <a:picLocks noChangeAspect="1"/>
          </p:cNvPicPr>
          <p:nvPr/>
        </p:nvPicPr>
        <p:blipFill>
          <a:blip r:embed="rId3"/>
          <a:stretch>
            <a:fillRect/>
          </a:stretch>
        </p:blipFill>
        <p:spPr>
          <a:xfrm>
            <a:off x="9043670" y="4627880"/>
            <a:ext cx="2143125" cy="21431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218047" y="233788"/>
            <a:ext cx="3850005" cy="1076325"/>
          </a:xfrm>
          <a:prstGeom prst="rect">
            <a:avLst/>
          </a:prstGeom>
          <a:noFill/>
        </p:spPr>
        <p:txBody>
          <a:bodyPr wrap="none" rtlCol="0">
            <a:spAutoFit/>
          </a:bodyPr>
          <a:lstStyle/>
          <a:p>
            <a:r>
              <a:rPr lang="en-US" altLang="vi-VN" sz="3200" b="1" i="1" spc="100">
                <a:solidFill>
                  <a:srgbClr val="FF0000"/>
                </a:solidFill>
                <a:ea typeface="Open Sans ExtraBold" panose="020B0906030804020204" pitchFamily="34" charset="0"/>
                <a:cs typeface="Arial" panose="020B0604020202020204" pitchFamily="34" charset="0"/>
              </a:rPr>
              <a:t>4</a:t>
            </a:r>
            <a:r>
              <a:rPr lang="vi-VN" sz="3200" b="1" i="1" spc="100">
                <a:solidFill>
                  <a:srgbClr val="FF0000"/>
                </a:solidFill>
                <a:ea typeface="Open Sans ExtraBold" panose="020B0906030804020204" pitchFamily="34" charset="0"/>
                <a:cs typeface="Arial" panose="020B0604020202020204" pitchFamily="34" charset="0"/>
              </a:rPr>
              <a:t>.</a:t>
            </a:r>
            <a:r>
              <a:rPr lang="en-US" sz="1800" b="1">
                <a:effectLst/>
                <a:latin typeface="Times New Roman" panose="02020603050405020304" pitchFamily="18" charset="0"/>
                <a:ea typeface="Times New Roman" panose="02020603050405020304" pitchFamily="18" charset="0"/>
              </a:rPr>
              <a:t> </a:t>
            </a:r>
            <a:r>
              <a:rPr lang="en-US" sz="3200" b="1" i="1" spc="100">
                <a:solidFill>
                  <a:srgbClr val="FF0000"/>
                </a:solidFill>
                <a:ea typeface="Open Sans ExtraBold" panose="020B0906030804020204" pitchFamily="34" charset="0"/>
                <a:cs typeface="Arial" panose="020B0604020202020204" pitchFamily="34" charset="0"/>
              </a:rPr>
              <a:t>Thiết kế hệ thống:</a:t>
            </a:r>
            <a:endParaRPr lang="en-US" sz="3200" b="1" i="1" spc="100">
              <a:solidFill>
                <a:srgbClr val="FF0000"/>
              </a:solidFill>
              <a:ea typeface="Open Sans ExtraBold" panose="020B0906030804020204" pitchFamily="34" charset="0"/>
              <a:cs typeface="Arial" panose="020B0604020202020204" pitchFamily="34" charset="0"/>
            </a:endParaRPr>
          </a:p>
          <a:p>
            <a:endParaRPr lang="en-ID" sz="3200" b="1" i="1" spc="100">
              <a:solidFill>
                <a:srgbClr val="FF0000"/>
              </a:solidFill>
              <a:ea typeface="Open Sans ExtraBold" panose="020B0906030804020204" pitchFamily="34" charset="0"/>
              <a:cs typeface="Arial" panose="020B0604020202020204" pitchFamily="34" charset="0"/>
            </a:endParaRPr>
          </a:p>
        </p:txBody>
      </p:sp>
      <p:sp>
        <p:nvSpPr>
          <p:cNvPr id="11" name="TextBox 10"/>
          <p:cNvSpPr txBox="1"/>
          <p:nvPr/>
        </p:nvSpPr>
        <p:spPr>
          <a:xfrm>
            <a:off x="430530" y="1149350"/>
            <a:ext cx="3348990"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Use Case:</a:t>
            </a:r>
            <a:endParaRPr lang="en-US" altLang="en-ID" sz="2800" b="1" spc="100">
              <a:solidFill>
                <a:schemeClr val="tx1"/>
              </a:solidFill>
              <a:latin typeface="+mj-lt"/>
              <a:ea typeface="Open Sans SemiBold" panose="020B0706030804020204" pitchFamily="34" charset="0"/>
              <a:cs typeface="Times New Roman" panose="02020603050405020304" pitchFamily="18" charset="0"/>
            </a:endParaRPr>
          </a:p>
        </p:txBody>
      </p:sp>
      <p:pic>
        <p:nvPicPr>
          <p:cNvPr id="2" name="Picture 11" descr="usecase.drawio (2)"/>
          <p:cNvPicPr>
            <a:picLocks noChangeAspect="1"/>
          </p:cNvPicPr>
          <p:nvPr/>
        </p:nvPicPr>
        <p:blipFill>
          <a:blip r:embed="rId1"/>
          <a:stretch>
            <a:fillRect/>
          </a:stretch>
        </p:blipFill>
        <p:spPr>
          <a:xfrm>
            <a:off x="3216275" y="1252538"/>
            <a:ext cx="5759450" cy="43529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p:cNvSpPr txBox="1"/>
          <p:nvPr/>
        </p:nvSpPr>
        <p:spPr>
          <a:xfrm>
            <a:off x="218047" y="233788"/>
            <a:ext cx="3850005" cy="1076325"/>
          </a:xfrm>
          <a:prstGeom prst="rect">
            <a:avLst/>
          </a:prstGeom>
          <a:noFill/>
        </p:spPr>
        <p:txBody>
          <a:bodyPr wrap="none" rtlCol="0">
            <a:spAutoFit/>
          </a:bodyPr>
          <a:lstStyle/>
          <a:p>
            <a:r>
              <a:rPr lang="en-US" altLang="vi-VN" sz="3200" b="1" i="1" spc="100">
                <a:solidFill>
                  <a:srgbClr val="FF0000"/>
                </a:solidFill>
                <a:ea typeface="Open Sans ExtraBold" panose="020B0906030804020204" pitchFamily="34" charset="0"/>
                <a:cs typeface="Arial" panose="020B0604020202020204" pitchFamily="34" charset="0"/>
              </a:rPr>
              <a:t>4</a:t>
            </a:r>
            <a:r>
              <a:rPr lang="vi-VN" sz="3200" b="1" i="1" spc="100">
                <a:solidFill>
                  <a:srgbClr val="FF0000"/>
                </a:solidFill>
                <a:ea typeface="Open Sans ExtraBold" panose="020B0906030804020204" pitchFamily="34" charset="0"/>
                <a:cs typeface="Arial" panose="020B0604020202020204" pitchFamily="34" charset="0"/>
              </a:rPr>
              <a:t>.</a:t>
            </a:r>
            <a:r>
              <a:rPr lang="en-US" sz="1800" b="1">
                <a:effectLst/>
                <a:latin typeface="Times New Roman" panose="02020603050405020304" pitchFamily="18" charset="0"/>
                <a:ea typeface="Times New Roman" panose="02020603050405020304" pitchFamily="18" charset="0"/>
              </a:rPr>
              <a:t> </a:t>
            </a:r>
            <a:r>
              <a:rPr lang="en-US" sz="3200" b="1" i="1" spc="100">
                <a:solidFill>
                  <a:srgbClr val="FF0000"/>
                </a:solidFill>
                <a:ea typeface="Open Sans ExtraBold" panose="020B0906030804020204" pitchFamily="34" charset="0"/>
                <a:cs typeface="Arial" panose="020B0604020202020204" pitchFamily="34" charset="0"/>
              </a:rPr>
              <a:t>Thiết kế hệ thống:</a:t>
            </a:r>
            <a:endParaRPr lang="en-US" sz="3200" b="1" i="1" spc="100">
              <a:solidFill>
                <a:srgbClr val="FF0000"/>
              </a:solidFill>
              <a:ea typeface="Open Sans ExtraBold" panose="020B0906030804020204" pitchFamily="34" charset="0"/>
              <a:cs typeface="Arial" panose="020B0604020202020204" pitchFamily="34" charset="0"/>
            </a:endParaRPr>
          </a:p>
          <a:p>
            <a:endParaRPr lang="en-ID" sz="3200" b="1" i="1" spc="100">
              <a:solidFill>
                <a:srgbClr val="FF0000"/>
              </a:solidFill>
              <a:ea typeface="Open Sans ExtraBold" panose="020B0906030804020204" pitchFamily="34" charset="0"/>
              <a:cs typeface="Arial" panose="020B0604020202020204" pitchFamily="34" charset="0"/>
            </a:endParaRPr>
          </a:p>
        </p:txBody>
      </p:sp>
      <p:sp>
        <p:nvSpPr>
          <p:cNvPr id="11" name="TextBox 10"/>
          <p:cNvSpPr txBox="1"/>
          <p:nvPr/>
        </p:nvSpPr>
        <p:spPr>
          <a:xfrm>
            <a:off x="109855" y="2592705"/>
            <a:ext cx="2653665" cy="586105"/>
          </a:xfrm>
          <a:prstGeom prst="rect">
            <a:avLst/>
          </a:prstGeom>
          <a:noFill/>
        </p:spPr>
        <p:txBody>
          <a:bodyPr wrap="square" rtlCol="0">
            <a:spAutoFit/>
          </a:bodyPr>
          <a:p>
            <a:pPr lvl="0" indent="0" algn="just">
              <a:lnSpc>
                <a:spcPct val="115000"/>
              </a:lnSpc>
              <a:buFont typeface="Arial" panose="020B0604020202020204" pitchFamily="34" charset="0"/>
              <a:buNone/>
            </a:pPr>
            <a:r>
              <a:rPr lang="en-US" altLang="en-ID" sz="2800" b="1" spc="100">
                <a:solidFill>
                  <a:schemeClr val="tx1"/>
                </a:solidFill>
                <a:latin typeface="+mj-lt"/>
                <a:ea typeface="Open Sans SemiBold" panose="020B0706030804020204" pitchFamily="34" charset="0"/>
                <a:cs typeface="Times New Roman" panose="02020603050405020304" pitchFamily="18" charset="0"/>
              </a:rPr>
              <a:t>ERD Diagram:</a:t>
            </a:r>
            <a:endParaRPr lang="en-US" altLang="en-ID" sz="2800" b="1" spc="100">
              <a:solidFill>
                <a:schemeClr val="tx1"/>
              </a:solidFill>
              <a:latin typeface="+mj-lt"/>
              <a:ea typeface="Open Sans SemiBold" panose="020B0706030804020204" pitchFamily="34" charset="0"/>
              <a:cs typeface="Times New Roman" panose="02020603050405020304" pitchFamily="18" charset="0"/>
            </a:endParaRPr>
          </a:p>
        </p:txBody>
      </p:sp>
      <p:pic>
        <p:nvPicPr>
          <p:cNvPr id="5" name="Picture 1"/>
          <p:cNvPicPr>
            <a:picLocks noChangeAspect="1"/>
          </p:cNvPicPr>
          <p:nvPr/>
        </p:nvPicPr>
        <p:blipFill>
          <a:blip r:embed="rId1"/>
          <a:stretch>
            <a:fillRect/>
          </a:stretch>
        </p:blipFill>
        <p:spPr>
          <a:xfrm>
            <a:off x="3324225" y="1310005"/>
            <a:ext cx="7810500" cy="530415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102404" y="0"/>
            <a:ext cx="825147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 name="TextBox 19"/>
          <p:cNvSpPr txBox="1"/>
          <p:nvPr/>
        </p:nvSpPr>
        <p:spPr>
          <a:xfrm>
            <a:off x="1554480" y="2115185"/>
            <a:ext cx="7542530" cy="2627630"/>
          </a:xfrm>
          <a:prstGeom prst="rect">
            <a:avLst/>
          </a:prstGeom>
          <a:noFill/>
        </p:spPr>
        <p:txBody>
          <a:bodyPr wrap="none" rtlCol="0">
            <a:noAutofit/>
          </a:bodyPr>
          <a:lstStyle/>
          <a:p>
            <a:r>
              <a:rPr lang="en-US" sz="8000" b="1" i="1" spc="100">
                <a:solidFill>
                  <a:srgbClr val="FF0000"/>
                </a:solidFill>
                <a:ea typeface="Open Sans ExtraBold" panose="020B0906030804020204" pitchFamily="34" charset="0"/>
                <a:cs typeface="Arial" panose="020B0604020202020204" pitchFamily="34" charset="0"/>
              </a:rPr>
              <a:t>5</a:t>
            </a:r>
            <a:r>
              <a:rPr lang="vi-VN" sz="8000" b="1" i="1" spc="100">
                <a:solidFill>
                  <a:srgbClr val="FF0000"/>
                </a:solidFill>
                <a:ea typeface="Open Sans ExtraBold" panose="020B0906030804020204" pitchFamily="34" charset="0"/>
                <a:cs typeface="Arial" panose="020B0604020202020204" pitchFamily="34" charset="0"/>
              </a:rPr>
              <a:t>.</a:t>
            </a:r>
            <a:r>
              <a:rPr lang="en-US" sz="8000" b="1" i="1" spc="100">
                <a:solidFill>
                  <a:srgbClr val="FF0000"/>
                </a:solidFill>
                <a:latin typeface="Times New Roman" panose="02020603050405020304" pitchFamily="18" charset="0"/>
                <a:ea typeface="Open Sans ExtraBold" panose="020B0906030804020204" pitchFamily="34" charset="0"/>
                <a:cs typeface="Arial" panose="020B0604020202020204" pitchFamily="34" charset="0"/>
              </a:rPr>
              <a:t> Demo sản phẩm</a:t>
            </a:r>
            <a:endParaRPr lang="en-US" sz="8000" b="1" i="1" spc="100">
              <a:solidFill>
                <a:srgbClr val="FF0000"/>
              </a:solidFill>
              <a:latin typeface="Times New Roman" panose="02020603050405020304" pitchFamily="18" charset="0"/>
              <a:ea typeface="Open Sans ExtraBold" panose="020B0906030804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3102015"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3102015" y="0"/>
            <a:ext cx="2993985" cy="685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096000" y="0"/>
            <a:ext cx="2993985"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089985" y="0"/>
            <a:ext cx="3102015" cy="6858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474563" y="2222339"/>
            <a:ext cx="12442784" cy="2646878"/>
          </a:xfrm>
          <a:prstGeom prst="rect">
            <a:avLst/>
          </a:prstGeom>
          <a:noFill/>
        </p:spPr>
        <p:txBody>
          <a:bodyPr wrap="square" rtlCol="0">
            <a:spAutoFit/>
          </a:bodyPr>
          <a:lstStyle/>
          <a:p>
            <a:r>
              <a:rPr lang="en-US" sz="16600">
                <a:solidFill>
                  <a:schemeClr val="bg1"/>
                </a:solidFill>
                <a:latin typeface="Montserrat" panose="00000500000000000000" pitchFamily="2" charset="0"/>
              </a:rPr>
              <a:t>Thank you</a:t>
            </a:r>
            <a:endParaRPr lang="en-US" sz="16600">
              <a:solidFill>
                <a:schemeClr val="bg1"/>
              </a:solidFill>
              <a:latin typeface="Montserrat" panose="00000500000000000000" pitchFamily="2"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HiSlide - violet">
      <a:dk1>
        <a:srgbClr val="545B63"/>
      </a:dk1>
      <a:lt1>
        <a:srgbClr val="FFFFFF"/>
      </a:lt1>
      <a:dk2>
        <a:srgbClr val="7F8998"/>
      </a:dk2>
      <a:lt2>
        <a:srgbClr val="EEF0F4"/>
      </a:lt2>
      <a:accent1>
        <a:srgbClr val="5242A5"/>
      </a:accent1>
      <a:accent2>
        <a:srgbClr val="5568BC"/>
      </a:accent2>
      <a:accent3>
        <a:srgbClr val="567BC7"/>
      </a:accent3>
      <a:accent4>
        <a:srgbClr val="5AA0DF"/>
      </a:accent4>
      <a:accent5>
        <a:srgbClr val="5EC8F5"/>
      </a:accent5>
      <a:accent6>
        <a:srgbClr val="5568BC"/>
      </a:accent6>
      <a:hlink>
        <a:srgbClr val="5242A5"/>
      </a:hlink>
      <a:folHlink>
        <a:srgbClr val="567BC7"/>
      </a:folHlink>
    </a:clrScheme>
    <a:fontScheme name="White">
      <a:majorFont>
        <a:latin typeface="Helvetica Neue Medium"/>
        <a:ea typeface="Helvetica Neue Medium"/>
        <a:cs typeface="Helvetica Neue Medium"/>
      </a:majorFont>
      <a:minorFont>
        <a:latin typeface="Helvetica Neue"/>
        <a:ea typeface="Helvetica Neue"/>
        <a:cs typeface="Helvetica Neu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miter lim="400000"/>
          <a:headEnd type="none" w="med" len="med"/>
          <a:tailEnd type="none" w="med" len="med"/>
        </a:ln>
      </a:spPr>
      <a:bodyPr vert="horz" wrap="square" lIns="0" tIns="0" rIns="0" bIns="0" numCol="1" anchor="ctr" anchorCtr="0" compatLnSpc="1">
        <a:spAutoFit/>
      </a:bodyPr>
      <a:lstStyle>
        <a:defPPr marL="0" marR="0" indent="0" algn="ctr" defTabSz="825500" rtl="0" eaLnBrk="1" fontAlgn="base" latinLnBrk="0" hangingPunct="0">
          <a:lnSpc>
            <a:spcPct val="100000"/>
          </a:lnSpc>
          <a:spcBef>
            <a:spcPct val="0"/>
          </a:spcBef>
          <a:spcAft>
            <a:spcPct val="0"/>
          </a:spcAft>
          <a:buClrTx/>
          <a:buSzTx/>
          <a:buFontTx/>
          <a:buNone/>
          <a:defRPr kumimoji="0" lang="x-none" altLang="x-none" sz="3000" b="1" i="0" u="none" strike="noStrike" cap="none" normalizeH="0" baseline="0">
            <a:ln>
              <a:noFill/>
            </a:ln>
            <a:solidFill>
              <a:srgbClr val="000000"/>
            </a:solidFill>
            <a:effectLst/>
            <a:latin typeface="Helvetica Neue" charset="0"/>
            <a:ea typeface="Helvetica Neue" charset="0"/>
            <a:cs typeface="Helvetica Neue" charset="0"/>
            <a:sym typeface="Helvetica Neue"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miter lim="400000"/>
          <a:headEnd type="none" w="med" len="med"/>
          <a:tailEnd type="none" w="med" len="med"/>
        </a:ln>
      </a:spPr>
      <a:bodyPr vert="horz" wrap="square" lIns="0" tIns="0" rIns="0" bIns="0" numCol="1" anchor="ctr" anchorCtr="0" compatLnSpc="1">
        <a:spAutoFit/>
      </a:bodyPr>
      <a:lstStyle>
        <a:defPPr marL="0" marR="0" indent="0" algn="ctr" defTabSz="825500" rtl="0" eaLnBrk="1" fontAlgn="base" latinLnBrk="0" hangingPunct="0">
          <a:lnSpc>
            <a:spcPct val="100000"/>
          </a:lnSpc>
          <a:spcBef>
            <a:spcPct val="0"/>
          </a:spcBef>
          <a:spcAft>
            <a:spcPct val="0"/>
          </a:spcAft>
          <a:buClrTx/>
          <a:buSzTx/>
          <a:buFontTx/>
          <a:buNone/>
          <a:defRPr kumimoji="0" lang="x-none" altLang="x-none" sz="3000" b="1" i="0" u="none" strike="noStrike" cap="none" normalizeH="0" baseline="0">
            <a:ln>
              <a:noFill/>
            </a:ln>
            <a:solidFill>
              <a:srgbClr val="000000"/>
            </a:solidFill>
            <a:effectLst/>
            <a:latin typeface="Helvetica Neue" charset="0"/>
            <a:ea typeface="Helvetica Neue" charset="0"/>
            <a:cs typeface="Helvetica Neue" charset="0"/>
            <a:sym typeface="Helvetica Neue" charset="0"/>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1195</Words>
  <Application>WPS Presentation</Application>
  <PresentationFormat>Widescreen</PresentationFormat>
  <Paragraphs>90</Paragraphs>
  <Slides>11</Slides>
  <Notes>0</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11</vt:i4>
      </vt:variant>
    </vt:vector>
  </HeadingPairs>
  <TitlesOfParts>
    <vt:vector size="33" baseType="lpstr">
      <vt:lpstr>Arial</vt:lpstr>
      <vt:lpstr>SimSun</vt:lpstr>
      <vt:lpstr>Wingdings</vt:lpstr>
      <vt:lpstr>Helvetica Neue</vt:lpstr>
      <vt:lpstr>Helvetica Neue Medium</vt:lpstr>
      <vt:lpstr>Helvetica Neue Light</vt:lpstr>
      <vt:lpstr>Arial</vt:lpstr>
      <vt:lpstr>Times New Roman</vt:lpstr>
      <vt:lpstr>Impact</vt:lpstr>
      <vt:lpstr>Montserrat Black</vt:lpstr>
      <vt:lpstr>Open Sans ExtraBold</vt:lpstr>
      <vt:lpstr>Yu Gothic UI Semibold</vt:lpstr>
      <vt:lpstr>Open Sans SemiBold</vt:lpstr>
      <vt:lpstr>Symbol</vt:lpstr>
      <vt:lpstr>Montserrat</vt:lpstr>
      <vt:lpstr>Segoe Print</vt:lpstr>
      <vt:lpstr>Microsoft YaHei</vt:lpstr>
      <vt:lpstr>Arial Unicode MS</vt:lpstr>
      <vt:lpstr>Calibri Light</vt:lpstr>
      <vt:lpstr>Calibri</vt:lpstr>
      <vt:lpstr>Office Theme</vt:lpstr>
      <vt:lpstr>White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SISKA</dc:creator>
  <cp:lastModifiedBy>Phước Hồ Tuấn</cp:lastModifiedBy>
  <cp:revision>201</cp:revision>
  <dcterms:created xsi:type="dcterms:W3CDTF">2021-04-06T05:29:00Z</dcterms:created>
  <dcterms:modified xsi:type="dcterms:W3CDTF">2025-11-23T01:30:41Z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90155C5A22FC4984A1EF9B203CF78965_13</vt:lpwstr>
  </property>
  <property fmtid="{D5CDD505-2E9C-101B-9397-08002B2CF9AE}" pid="3" name="KSOProductBuildVer">
    <vt:lpwstr>1033-12.2.0.23155</vt:lpwstr>
  </property>
</Properties>
</file>